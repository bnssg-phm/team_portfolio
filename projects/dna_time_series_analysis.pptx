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3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5" r:id="rId4"/>
    <p:sldMasterId id="2147483684" r:id="rId5"/>
    <p:sldMasterId id="2147483681" r:id="rId6"/>
    <p:sldMasterId id="2147483678" r:id="rId7"/>
  </p:sldMasterIdLst>
  <p:notesMasterIdLst>
    <p:notesMasterId r:id="rId20"/>
  </p:notesMasterIdLst>
  <p:sldIdLst>
    <p:sldId id="339" r:id="rId8"/>
    <p:sldId id="349" r:id="rId9"/>
    <p:sldId id="333" r:id="rId10"/>
    <p:sldId id="322" r:id="rId11"/>
    <p:sldId id="326" r:id="rId12"/>
    <p:sldId id="316" r:id="rId13"/>
    <p:sldId id="317" r:id="rId14"/>
    <p:sldId id="318" r:id="rId15"/>
    <p:sldId id="319" r:id="rId16"/>
    <p:sldId id="320" r:id="rId17"/>
    <p:sldId id="324" r:id="rId18"/>
    <p:sldId id="269" r:id="rId19"/>
  </p:sldIdLst>
  <p:sldSz cx="12192000" cy="6858000"/>
  <p:notesSz cx="6858000" cy="9144000"/>
  <p:defaultTextStyle>
    <a:defPPr>
      <a:defRPr kern="0"/>
    </a:def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CCCCD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1F52AA9-91DE-4B57-BB4A-BE6299755CBC}" v="10" dt="2026-07-07T12:41:25.231"/>
  </p1510:revLst>
</p1510:revInfo>
</file>

<file path=ppt/tableStyles.xml><?xml version="1.0" encoding="utf-8"?>
<a:tblStyleLst xmlns:a="http://schemas.openxmlformats.org/drawingml/2006/main" def="{8EC20E35-A176-4012-BC5E-935CFFF8708E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49" d="100"/>
          <a:sy n="149" d="100"/>
        </p:scale>
        <p:origin x="64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1.xml"/><Relationship Id="rId13" Type="http://schemas.openxmlformats.org/officeDocument/2006/relationships/slide" Target="slides/slide6.xml"/><Relationship Id="rId18" Type="http://schemas.openxmlformats.org/officeDocument/2006/relationships/slide" Target="slides/slide11.xml"/><Relationship Id="rId26" Type="http://schemas.microsoft.com/office/2015/10/relationships/revisionInfo" Target="revisionInfo.xml"/><Relationship Id="rId3" Type="http://schemas.openxmlformats.org/officeDocument/2006/relationships/customXml" Target="../customXml/item3.xml"/><Relationship Id="rId21" Type="http://schemas.openxmlformats.org/officeDocument/2006/relationships/presProps" Target="presProps.xml"/><Relationship Id="rId7" Type="http://schemas.openxmlformats.org/officeDocument/2006/relationships/slideMaster" Target="slideMasters/slideMaster4.xml"/><Relationship Id="rId12" Type="http://schemas.openxmlformats.org/officeDocument/2006/relationships/slide" Target="slides/slide5.xml"/><Relationship Id="rId17" Type="http://schemas.openxmlformats.org/officeDocument/2006/relationships/slide" Target="slides/slide10.xml"/><Relationship Id="rId25" Type="http://schemas.microsoft.com/office/2016/11/relationships/changesInfo" Target="changesInfos/changesInfo1.xml"/><Relationship Id="rId2" Type="http://schemas.openxmlformats.org/officeDocument/2006/relationships/customXml" Target="../customXml/item2.xml"/><Relationship Id="rId16" Type="http://schemas.openxmlformats.org/officeDocument/2006/relationships/slide" Target="slides/slide9.xml"/><Relationship Id="rId20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" Target="slides/slide4.xml"/><Relationship Id="rId24" Type="http://schemas.openxmlformats.org/officeDocument/2006/relationships/tableStyles" Target="tableStyles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8.xml"/><Relationship Id="rId23" Type="http://schemas.openxmlformats.org/officeDocument/2006/relationships/theme" Target="theme/theme1.xml"/><Relationship Id="rId10" Type="http://schemas.openxmlformats.org/officeDocument/2006/relationships/slide" Target="slides/slide3.xml"/><Relationship Id="rId19" Type="http://schemas.openxmlformats.org/officeDocument/2006/relationships/slide" Target="slides/slide12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14" Type="http://schemas.openxmlformats.org/officeDocument/2006/relationships/slide" Target="slides/slide7.xml"/><Relationship Id="rId22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HRUPP, Fiona (NHS BRISTOL, NORTH SOMERSET AND SOUTH GLOUCESTERSHIRE ICB - 15C)" userId="90fc2996-5a4d-48a4-936d-d742363f4bf1" providerId="ADAL" clId="{95736B0D-8631-4878-826A-07F31FCF8A4A}"/>
    <pc:docChg chg="undo custSel addSld delSld modSld sldOrd">
      <pc:chgData name="THRUPP, Fiona (NHS BRISTOL, NORTH SOMERSET AND SOUTH GLOUCESTERSHIRE ICB - 15C)" userId="90fc2996-5a4d-48a4-936d-d742363f4bf1" providerId="ADAL" clId="{95736B0D-8631-4878-826A-07F31FCF8A4A}" dt="2026-07-07T12:49:46.800" v="2291" actId="20577"/>
      <pc:docMkLst>
        <pc:docMk/>
      </pc:docMkLst>
      <pc:sldChg chg="add">
        <pc:chgData name="THRUPP, Fiona (NHS BRISTOL, NORTH SOMERSET AND SOUTH GLOUCESTERSHIRE ICB - 15C)" userId="90fc2996-5a4d-48a4-936d-d742363f4bf1" providerId="ADAL" clId="{95736B0D-8631-4878-826A-07F31FCF8A4A}" dt="2026-07-07T12:34:13.622" v="151"/>
        <pc:sldMkLst>
          <pc:docMk/>
          <pc:sldMk cId="2348838083" sldId="316"/>
        </pc:sldMkLst>
      </pc:sldChg>
      <pc:sldChg chg="addSp delSp modSp mod">
        <pc:chgData name="THRUPP, Fiona (NHS BRISTOL, NORTH SOMERSET AND SOUTH GLOUCESTERSHIRE ICB - 15C)" userId="90fc2996-5a4d-48a4-936d-d742363f4bf1" providerId="ADAL" clId="{95736B0D-8631-4878-826A-07F31FCF8A4A}" dt="2026-07-07T12:41:56.020" v="1367" actId="207"/>
        <pc:sldMkLst>
          <pc:docMk/>
          <pc:sldMk cId="3762567127" sldId="317"/>
        </pc:sldMkLst>
        <pc:spChg chg="mod">
          <ac:chgData name="THRUPP, Fiona (NHS BRISTOL, NORTH SOMERSET AND SOUTH GLOUCESTERSHIRE ICB - 15C)" userId="90fc2996-5a4d-48a4-936d-d742363f4bf1" providerId="ADAL" clId="{95736B0D-8631-4878-826A-07F31FCF8A4A}" dt="2026-07-07T12:41:18.931" v="1223" actId="1076"/>
          <ac:spMkLst>
            <pc:docMk/>
            <pc:sldMk cId="3762567127" sldId="317"/>
            <ac:spMk id="2" creationId="{B3C360FA-0503-1572-AF15-554061CE6D9B}"/>
          </ac:spMkLst>
        </pc:spChg>
        <pc:spChg chg="add del mod">
          <ac:chgData name="THRUPP, Fiona (NHS BRISTOL, NORTH SOMERSET AND SOUTH GLOUCESTERSHIRE ICB - 15C)" userId="90fc2996-5a4d-48a4-936d-d742363f4bf1" providerId="ADAL" clId="{95736B0D-8631-4878-826A-07F31FCF8A4A}" dt="2026-07-07T12:41:16.746" v="1222"/>
          <ac:spMkLst>
            <pc:docMk/>
            <pc:sldMk cId="3762567127" sldId="317"/>
            <ac:spMk id="3" creationId="{1CD12C00-44F6-1A52-5074-16DFE49AE3CB}"/>
          </ac:spMkLst>
        </pc:spChg>
        <pc:spChg chg="add mod">
          <ac:chgData name="THRUPP, Fiona (NHS BRISTOL, NORTH SOMERSET AND SOUTH GLOUCESTERSHIRE ICB - 15C)" userId="90fc2996-5a4d-48a4-936d-d742363f4bf1" providerId="ADAL" clId="{95736B0D-8631-4878-826A-07F31FCF8A4A}" dt="2026-07-07T12:41:56.020" v="1367" actId="207"/>
          <ac:spMkLst>
            <pc:docMk/>
            <pc:sldMk cId="3762567127" sldId="317"/>
            <ac:spMk id="5" creationId="{C27C6348-01E5-0F30-757B-F65044A3C184}"/>
          </ac:spMkLst>
        </pc:spChg>
        <pc:graphicFrameChg chg="add mod">
          <ac:chgData name="THRUPP, Fiona (NHS BRISTOL, NORTH SOMERSET AND SOUTH GLOUCESTERSHIRE ICB - 15C)" userId="90fc2996-5a4d-48a4-936d-d742363f4bf1" providerId="ADAL" clId="{95736B0D-8631-4878-826A-07F31FCF8A4A}" dt="2026-07-07T12:41:15.077" v="1220"/>
          <ac:graphicFrameMkLst>
            <pc:docMk/>
            <pc:sldMk cId="3762567127" sldId="317"/>
            <ac:graphicFrameMk id="4" creationId="{6AE00BB5-30CF-9D1F-3289-C4E5D32A1950}"/>
          </ac:graphicFrameMkLst>
        </pc:graphicFrameChg>
      </pc:sldChg>
      <pc:sldChg chg="modSp mod">
        <pc:chgData name="THRUPP, Fiona (NHS BRISTOL, NORTH SOMERSET AND SOUTH GLOUCESTERSHIRE ICB - 15C)" userId="90fc2996-5a4d-48a4-936d-d742363f4bf1" providerId="ADAL" clId="{95736B0D-8631-4878-826A-07F31FCF8A4A}" dt="2026-07-07T12:49:46.800" v="2291" actId="20577"/>
        <pc:sldMkLst>
          <pc:docMk/>
          <pc:sldMk cId="2719070435" sldId="320"/>
        </pc:sldMkLst>
        <pc:spChg chg="mod">
          <ac:chgData name="THRUPP, Fiona (NHS BRISTOL, NORTH SOMERSET AND SOUTH GLOUCESTERSHIRE ICB - 15C)" userId="90fc2996-5a4d-48a4-936d-d742363f4bf1" providerId="ADAL" clId="{95736B0D-8631-4878-826A-07F31FCF8A4A}" dt="2026-07-07T12:49:46.800" v="2291" actId="20577"/>
          <ac:spMkLst>
            <pc:docMk/>
            <pc:sldMk cId="2719070435" sldId="320"/>
            <ac:spMk id="2" creationId="{44FB5397-A54A-47F6-E1DB-313F63DC2485}"/>
          </ac:spMkLst>
        </pc:spChg>
        <pc:spChg chg="mod">
          <ac:chgData name="THRUPP, Fiona (NHS BRISTOL, NORTH SOMERSET AND SOUTH GLOUCESTERSHIRE ICB - 15C)" userId="90fc2996-5a4d-48a4-936d-d742363f4bf1" providerId="ADAL" clId="{95736B0D-8631-4878-826A-07F31FCF8A4A}" dt="2026-07-07T12:49:12.818" v="2238" actId="6549"/>
          <ac:spMkLst>
            <pc:docMk/>
            <pc:sldMk cId="2719070435" sldId="320"/>
            <ac:spMk id="12" creationId="{F2B8775F-00C5-D4FF-25BF-E26EC268CCDB}"/>
          </ac:spMkLst>
        </pc:spChg>
        <pc:picChg chg="mod">
          <ac:chgData name="THRUPP, Fiona (NHS BRISTOL, NORTH SOMERSET AND SOUTH GLOUCESTERSHIRE ICB - 15C)" userId="90fc2996-5a4d-48a4-936d-d742363f4bf1" providerId="ADAL" clId="{95736B0D-8631-4878-826A-07F31FCF8A4A}" dt="2026-07-07T12:48:33.909" v="2177" actId="1076"/>
          <ac:picMkLst>
            <pc:docMk/>
            <pc:sldMk cId="2719070435" sldId="320"/>
            <ac:picMk id="10" creationId="{90EE963E-71AE-F2E6-E3A9-F5A5C79BE064}"/>
          </ac:picMkLst>
        </pc:picChg>
      </pc:sldChg>
      <pc:sldChg chg="addSp modSp add mod">
        <pc:chgData name="THRUPP, Fiona (NHS BRISTOL, NORTH SOMERSET AND SOUTH GLOUCESTERSHIRE ICB - 15C)" userId="90fc2996-5a4d-48a4-936d-d742363f4bf1" providerId="ADAL" clId="{95736B0D-8631-4878-826A-07F31FCF8A4A}" dt="2026-07-07T12:36:20.612" v="599" actId="20577"/>
        <pc:sldMkLst>
          <pc:docMk/>
          <pc:sldMk cId="335047771" sldId="322"/>
        </pc:sldMkLst>
        <pc:spChg chg="add mod">
          <ac:chgData name="THRUPP, Fiona (NHS BRISTOL, NORTH SOMERSET AND SOUTH GLOUCESTERSHIRE ICB - 15C)" userId="90fc2996-5a4d-48a4-936d-d742363f4bf1" providerId="ADAL" clId="{95736B0D-8631-4878-826A-07F31FCF8A4A}" dt="2026-07-07T12:36:20.612" v="599" actId="20577"/>
          <ac:spMkLst>
            <pc:docMk/>
            <pc:sldMk cId="335047771" sldId="322"/>
            <ac:spMk id="5" creationId="{DA5D4EA1-EF22-EEF8-133B-9FA236E12BE7}"/>
          </ac:spMkLst>
        </pc:spChg>
      </pc:sldChg>
      <pc:sldChg chg="modSp mod">
        <pc:chgData name="THRUPP, Fiona (NHS BRISTOL, NORTH SOMERSET AND SOUTH GLOUCESTERSHIRE ICB - 15C)" userId="90fc2996-5a4d-48a4-936d-d742363f4bf1" providerId="ADAL" clId="{95736B0D-8631-4878-826A-07F31FCF8A4A}" dt="2026-07-07T12:49:25.451" v="2245" actId="20577"/>
        <pc:sldMkLst>
          <pc:docMk/>
          <pc:sldMk cId="4227319643" sldId="324"/>
        </pc:sldMkLst>
        <pc:spChg chg="mod">
          <ac:chgData name="THRUPP, Fiona (NHS BRISTOL, NORTH SOMERSET AND SOUTH GLOUCESTERSHIRE ICB - 15C)" userId="90fc2996-5a4d-48a4-936d-d742363f4bf1" providerId="ADAL" clId="{95736B0D-8631-4878-826A-07F31FCF8A4A}" dt="2026-07-07T12:49:25.451" v="2245" actId="20577"/>
          <ac:spMkLst>
            <pc:docMk/>
            <pc:sldMk cId="4227319643" sldId="324"/>
            <ac:spMk id="2" creationId="{395E47FE-A326-3408-8F9F-85696BD692FE}"/>
          </ac:spMkLst>
        </pc:spChg>
      </pc:sldChg>
      <pc:sldChg chg="addSp delSp modSp mod ord">
        <pc:chgData name="THRUPP, Fiona (NHS BRISTOL, NORTH SOMERSET AND SOUTH GLOUCESTERSHIRE ICB - 15C)" userId="90fc2996-5a4d-48a4-936d-d742363f4bf1" providerId="ADAL" clId="{95736B0D-8631-4878-826A-07F31FCF8A4A}" dt="2026-07-07T12:39:33.865" v="1085" actId="1076"/>
        <pc:sldMkLst>
          <pc:docMk/>
          <pc:sldMk cId="1337982105" sldId="326"/>
        </pc:sldMkLst>
        <pc:spChg chg="mod">
          <ac:chgData name="THRUPP, Fiona (NHS BRISTOL, NORTH SOMERSET AND SOUTH GLOUCESTERSHIRE ICB - 15C)" userId="90fc2996-5a4d-48a4-936d-d742363f4bf1" providerId="ADAL" clId="{95736B0D-8631-4878-826A-07F31FCF8A4A}" dt="2026-07-07T12:39:33.865" v="1085" actId="1076"/>
          <ac:spMkLst>
            <pc:docMk/>
            <pc:sldMk cId="1337982105" sldId="326"/>
            <ac:spMk id="4" creationId="{8FAB5B03-5182-CD6A-E615-AD679F26AB16}"/>
          </ac:spMkLst>
        </pc:spChg>
        <pc:graphicFrameChg chg="add del mod">
          <ac:chgData name="THRUPP, Fiona (NHS BRISTOL, NORTH SOMERSET AND SOUTH GLOUCESTERSHIRE ICB - 15C)" userId="90fc2996-5a4d-48a4-936d-d742363f4bf1" providerId="ADAL" clId="{95736B0D-8631-4878-826A-07F31FCF8A4A}" dt="2026-07-07T12:38:27.875" v="792" actId="478"/>
          <ac:graphicFrameMkLst>
            <pc:docMk/>
            <pc:sldMk cId="1337982105" sldId="326"/>
            <ac:graphicFrameMk id="5" creationId="{783518CD-62F6-1F14-AFDD-FF42DC362397}"/>
          </ac:graphicFrameMkLst>
        </pc:graphicFrameChg>
        <pc:graphicFrameChg chg="add del mod">
          <ac:chgData name="THRUPP, Fiona (NHS BRISTOL, NORTH SOMERSET AND SOUTH GLOUCESTERSHIRE ICB - 15C)" userId="90fc2996-5a4d-48a4-936d-d742363f4bf1" providerId="ADAL" clId="{95736B0D-8631-4878-826A-07F31FCF8A4A}" dt="2026-07-07T12:38:41.009" v="794" actId="478"/>
          <ac:graphicFrameMkLst>
            <pc:docMk/>
            <pc:sldMk cId="1337982105" sldId="326"/>
            <ac:graphicFrameMk id="6" creationId="{14C14802-653D-10D4-303C-0B7ED203B312}"/>
          </ac:graphicFrameMkLst>
        </pc:graphicFrameChg>
        <pc:picChg chg="mod">
          <ac:chgData name="THRUPP, Fiona (NHS BRISTOL, NORTH SOMERSET AND SOUTH GLOUCESTERSHIRE ICB - 15C)" userId="90fc2996-5a4d-48a4-936d-d742363f4bf1" providerId="ADAL" clId="{95736B0D-8631-4878-826A-07F31FCF8A4A}" dt="2026-07-07T12:39:30.641" v="1084" actId="1076"/>
          <ac:picMkLst>
            <pc:docMk/>
            <pc:sldMk cId="1337982105" sldId="326"/>
            <ac:picMk id="11" creationId="{874C6F56-4232-E7E1-0457-0101F5F781C4}"/>
          </ac:picMkLst>
        </pc:picChg>
      </pc:sldChg>
      <pc:sldChg chg="addSp modSp mod">
        <pc:chgData name="THRUPP, Fiona (NHS BRISTOL, NORTH SOMERSET AND SOUTH GLOUCESTERSHIRE ICB - 15C)" userId="90fc2996-5a4d-48a4-936d-d742363f4bf1" providerId="ADAL" clId="{95736B0D-8631-4878-826A-07F31FCF8A4A}" dt="2026-07-07T12:35:15.808" v="388" actId="20577"/>
        <pc:sldMkLst>
          <pc:docMk/>
          <pc:sldMk cId="1038275753" sldId="333"/>
        </pc:sldMkLst>
        <pc:spChg chg="add mod">
          <ac:chgData name="THRUPP, Fiona (NHS BRISTOL, NORTH SOMERSET AND SOUTH GLOUCESTERSHIRE ICB - 15C)" userId="90fc2996-5a4d-48a4-936d-d742363f4bf1" providerId="ADAL" clId="{95736B0D-8631-4878-826A-07F31FCF8A4A}" dt="2026-07-07T12:35:15.808" v="388" actId="20577"/>
          <ac:spMkLst>
            <pc:docMk/>
            <pc:sldMk cId="1038275753" sldId="333"/>
            <ac:spMk id="5" creationId="{DAE2ECE0-8C6E-B915-7A8C-E2FF48810ABD}"/>
          </ac:spMkLst>
        </pc:spChg>
      </pc:sldChg>
      <pc:sldChg chg="modSp mod">
        <pc:chgData name="THRUPP, Fiona (NHS BRISTOL, NORTH SOMERSET AND SOUTH GLOUCESTERSHIRE ICB - 15C)" userId="90fc2996-5a4d-48a4-936d-d742363f4bf1" providerId="ADAL" clId="{95736B0D-8631-4878-826A-07F31FCF8A4A}" dt="2026-07-07T12:46:51.115" v="2059" actId="20577"/>
        <pc:sldMkLst>
          <pc:docMk/>
          <pc:sldMk cId="284970162" sldId="349"/>
        </pc:sldMkLst>
        <pc:spChg chg="mod">
          <ac:chgData name="THRUPP, Fiona (NHS BRISTOL, NORTH SOMERSET AND SOUTH GLOUCESTERSHIRE ICB - 15C)" userId="90fc2996-5a4d-48a4-936d-d742363f4bf1" providerId="ADAL" clId="{95736B0D-8631-4878-826A-07F31FCF8A4A}" dt="2026-07-07T12:46:51.115" v="2059" actId="20577"/>
          <ac:spMkLst>
            <pc:docMk/>
            <pc:sldMk cId="284970162" sldId="349"/>
            <ac:spMk id="5" creationId="{02D2E1FB-24A5-7E6C-C172-F4CE15287144}"/>
          </ac:spMkLst>
        </pc:spChg>
      </pc:sldChg>
      <pc:sldChg chg="add del">
        <pc:chgData name="THRUPP, Fiona (NHS BRISTOL, NORTH SOMERSET AND SOUTH GLOUCESTERSHIRE ICB - 15C)" userId="90fc2996-5a4d-48a4-936d-d742363f4bf1" providerId="ADAL" clId="{95736B0D-8631-4878-826A-07F31FCF8A4A}" dt="2026-07-07T12:34:17.714" v="152" actId="47"/>
        <pc:sldMkLst>
          <pc:docMk/>
          <pc:sldMk cId="1032801360" sldId="350"/>
        </pc:sldMkLst>
      </pc:sldChg>
      <pc:sldChg chg="add del">
        <pc:chgData name="THRUPP, Fiona (NHS BRISTOL, NORTH SOMERSET AND SOUTH GLOUCESTERSHIRE ICB - 15C)" userId="90fc2996-5a4d-48a4-936d-d742363f4bf1" providerId="ADAL" clId="{95736B0D-8631-4878-826A-07F31FCF8A4A}" dt="2026-07-07T12:34:04.416" v="150" actId="47"/>
        <pc:sldMkLst>
          <pc:docMk/>
          <pc:sldMk cId="1440165092" sldId="350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93E7697-CAA0-1742-857D-B67FD3D2B4D1}" type="datetimeFigureOut">
              <a:rPr lang="en-US" smtClean="0"/>
              <a:t>7/7/2026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BA8DBF2-496B-A842-8775-F438C7EE61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87747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AEA752-DD76-54E4-C26F-FE24EA4012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94C1F50-191E-913C-3081-63BCA0B7FB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83B802-CDD8-7147-5C60-F2D38C49EC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8EA36F-F641-6E58-329B-AF98BEC5C3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A8DBF2-496B-A842-8775-F438C7EE6134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012934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0CD099-003C-48EA-7BD0-851B40FD52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CD8E9D-180A-E91E-FF20-EAD2280867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C2DE98-3A90-6355-38FC-7877A2222B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F9F80B-6B4F-EF94-6E8D-974DFB03B9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A8DBF2-496B-A842-8775-F438C7EE6134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223986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D150A9-F36C-A876-8484-C379E23913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C868A37-DE0D-A9CF-F1AB-55FD703242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5E1B5E-5C91-1977-F1CF-BA71A98268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055938-7965-3A84-2198-6CF43574C9D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A8DBF2-496B-A842-8775-F438C7EE6134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635627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22F53D-E5A0-99EF-F225-E08E7F61F8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838FBDF-E224-71C6-5BA7-D157F26B0E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71B589-7CE4-0908-DC0D-06882B165A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5DBB4A-A928-595B-9E4E-1F400D3B2F7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A8DBF2-496B-A842-8775-F438C7EE6134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934279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BA8DBF2-496B-A842-8775-F438C7EE6134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78819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6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1.png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 without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BB56C9-40F4-25C2-AB3F-47395D35253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91549" y="2491980"/>
            <a:ext cx="7764624" cy="1677243"/>
          </a:xfrm>
        </p:spPr>
        <p:txBody>
          <a:bodyPr anchor="b">
            <a:normAutofit/>
          </a:bodyPr>
          <a:lstStyle>
            <a:lvl1pPr algn="l">
              <a:defRPr sz="5800"/>
            </a:lvl1pPr>
          </a:lstStyle>
          <a:p>
            <a:r>
              <a:rPr lang="en-GB">
                <a:effectLst/>
              </a:rPr>
              <a:t>This is the title of </a:t>
            </a:r>
            <a:br>
              <a:rPr lang="en-GB">
                <a:effectLst/>
              </a:rPr>
            </a:br>
            <a:r>
              <a:rPr lang="en-GB">
                <a:effectLst/>
              </a:rPr>
              <a:t>the presentation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A4A89C3-DF8F-91C4-5C2C-3B54E95C2CB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66669" y="4442620"/>
            <a:ext cx="3861316" cy="365125"/>
          </a:xfrm>
        </p:spPr>
        <p:txBody>
          <a:bodyPr>
            <a:noAutofit/>
          </a:bodyPr>
          <a:lstStyle>
            <a:lvl1pPr marL="0" indent="0" algn="l">
              <a:buNone/>
              <a:defRPr sz="27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Example sub-header</a:t>
            </a:r>
            <a:endParaRPr lang="en-US"/>
          </a:p>
        </p:txBody>
      </p:sp>
      <p:pic>
        <p:nvPicPr>
          <p:cNvPr id="20" name="Graphic 19">
            <a:extLst>
              <a:ext uri="{FF2B5EF4-FFF2-40B4-BE49-F238E27FC236}">
                <a16:creationId xmlns:a16="http://schemas.microsoft.com/office/drawing/2014/main" id="{5953A8C8-2A8E-FE9E-D4C8-8005EC111C5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50604" y="809162"/>
            <a:ext cx="2870791" cy="629559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68E15A83-C105-6231-2088-1335D779001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9082474" y="631456"/>
            <a:ext cx="2256652" cy="7491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45286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BB56C9-40F4-25C2-AB3F-47395D35253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91549" y="2491980"/>
            <a:ext cx="7764624" cy="1677243"/>
          </a:xfrm>
        </p:spPr>
        <p:txBody>
          <a:bodyPr anchor="b">
            <a:normAutofit/>
          </a:bodyPr>
          <a:lstStyle>
            <a:lvl1pPr algn="l">
              <a:defRPr sz="5800"/>
            </a:lvl1pPr>
          </a:lstStyle>
          <a:p>
            <a:r>
              <a:rPr lang="en-GB">
                <a:effectLst/>
              </a:rPr>
              <a:t>This is the title of </a:t>
            </a:r>
            <a:br>
              <a:rPr lang="en-GB">
                <a:effectLst/>
              </a:rPr>
            </a:br>
            <a:r>
              <a:rPr lang="en-GB">
                <a:effectLst/>
              </a:rPr>
              <a:t>the presentation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A4A89C3-DF8F-91C4-5C2C-3B54E95C2CB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66669" y="4442620"/>
            <a:ext cx="3861316" cy="365125"/>
          </a:xfrm>
        </p:spPr>
        <p:txBody>
          <a:bodyPr>
            <a:noAutofit/>
          </a:bodyPr>
          <a:lstStyle>
            <a:lvl1pPr marL="0" indent="0" algn="l">
              <a:buNone/>
              <a:defRPr sz="27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Example sub-header</a:t>
            </a:r>
            <a:endParaRPr lang="en-US"/>
          </a:p>
        </p:txBody>
      </p:sp>
      <p:pic>
        <p:nvPicPr>
          <p:cNvPr id="20" name="Graphic 19">
            <a:extLst>
              <a:ext uri="{FF2B5EF4-FFF2-40B4-BE49-F238E27FC236}">
                <a16:creationId xmlns:a16="http://schemas.microsoft.com/office/drawing/2014/main" id="{5953A8C8-2A8E-FE9E-D4C8-8005EC111C5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50604" y="809162"/>
            <a:ext cx="2870791" cy="629559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68E15A83-C105-6231-2088-1335D779001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9082474" y="631456"/>
            <a:ext cx="2256652" cy="749140"/>
          </a:xfrm>
          <a:prstGeom prst="rect">
            <a:avLst/>
          </a:prstGeom>
        </p:spPr>
      </p:pic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AB59CAEA-0C91-384B-37F6-3CDFB7A40B8A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682733" y="1935117"/>
            <a:ext cx="5509267" cy="4850216"/>
          </a:xfrm>
          <a:custGeom>
            <a:avLst/>
            <a:gdLst>
              <a:gd name="connsiteX0" fmla="*/ 4125218 w 5509267"/>
              <a:gd name="connsiteY0" fmla="*/ 0 h 4850216"/>
              <a:gd name="connsiteX1" fmla="*/ 5509267 w 5509267"/>
              <a:gd name="connsiteY1" fmla="*/ 0 h 4850216"/>
              <a:gd name="connsiteX2" fmla="*/ 5509267 w 5509267"/>
              <a:gd name="connsiteY2" fmla="*/ 1025249 h 4850216"/>
              <a:gd name="connsiteX3" fmla="*/ 5509267 w 5509267"/>
              <a:gd name="connsiteY3" fmla="*/ 2064733 h 4850216"/>
              <a:gd name="connsiteX4" fmla="*/ 5509267 w 5509267"/>
              <a:gd name="connsiteY4" fmla="*/ 4850216 h 4850216"/>
              <a:gd name="connsiteX5" fmla="*/ 64707 w 5509267"/>
              <a:gd name="connsiteY5" fmla="*/ 4850216 h 4850216"/>
              <a:gd name="connsiteX6" fmla="*/ 0 w 5509267"/>
              <a:gd name="connsiteY6" fmla="*/ 4119462 h 4850216"/>
              <a:gd name="connsiteX7" fmla="*/ 4125218 w 5509267"/>
              <a:gd name="connsiteY7" fmla="*/ 0 h 48502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509267" h="4850216">
                <a:moveTo>
                  <a:pt x="4125218" y="0"/>
                </a:moveTo>
                <a:cubicBezTo>
                  <a:pt x="4496940" y="0"/>
                  <a:pt x="4972933" y="0"/>
                  <a:pt x="5509267" y="0"/>
                </a:cubicBezTo>
                <a:lnTo>
                  <a:pt x="5509267" y="1025249"/>
                </a:lnTo>
                <a:lnTo>
                  <a:pt x="5509267" y="2064733"/>
                </a:lnTo>
                <a:lnTo>
                  <a:pt x="5509267" y="4850216"/>
                </a:lnTo>
                <a:lnTo>
                  <a:pt x="64707" y="4850216"/>
                </a:lnTo>
                <a:cubicBezTo>
                  <a:pt x="22190" y="4613050"/>
                  <a:pt x="0" y="4368844"/>
                  <a:pt x="0" y="4119462"/>
                </a:cubicBezTo>
                <a:cubicBezTo>
                  <a:pt x="0" y="1844346"/>
                  <a:pt x="1846923" y="0"/>
                  <a:pt x="4125218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12079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(Dark)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F8551F9C-AA06-206B-3DFC-247E8F8AC3B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9287596" y="631456"/>
            <a:ext cx="2034416" cy="749140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173D8B9C-A232-8A25-D920-8CE1CD4DFF7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850605" y="809162"/>
            <a:ext cx="2870789" cy="62955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DBB56C9-40F4-25C2-AB3F-47395D35253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91549" y="2491980"/>
            <a:ext cx="7764624" cy="1677243"/>
          </a:xfrm>
        </p:spPr>
        <p:txBody>
          <a:bodyPr anchor="b">
            <a:normAutofit/>
          </a:bodyPr>
          <a:lstStyle>
            <a:lvl1pPr algn="l">
              <a:defRPr sz="5800">
                <a:solidFill>
                  <a:schemeClr val="bg1"/>
                </a:solidFill>
              </a:defRPr>
            </a:lvl1pPr>
          </a:lstStyle>
          <a:p>
            <a:r>
              <a:rPr lang="en-GB">
                <a:effectLst/>
              </a:rPr>
              <a:t>This is the title of </a:t>
            </a:r>
            <a:br>
              <a:rPr lang="en-GB">
                <a:effectLst/>
              </a:rPr>
            </a:br>
            <a:r>
              <a:rPr lang="en-GB">
                <a:effectLst/>
              </a:rPr>
              <a:t>the presentation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A4A89C3-DF8F-91C4-5C2C-3B54E95C2CB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66669" y="4442620"/>
            <a:ext cx="3861316" cy="365125"/>
          </a:xfrm>
        </p:spPr>
        <p:txBody>
          <a:bodyPr>
            <a:noAutofit/>
          </a:bodyPr>
          <a:lstStyle>
            <a:lvl1pPr marL="0" indent="0" algn="l">
              <a:buNone/>
              <a:defRPr sz="27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Example sub-header</a:t>
            </a:r>
            <a:endParaRPr lang="en-US"/>
          </a:p>
        </p:txBody>
      </p:sp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AB59CAEA-0C91-384B-37F6-3CDFB7A40B8A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682733" y="1935112"/>
            <a:ext cx="5509267" cy="4850216"/>
          </a:xfrm>
          <a:custGeom>
            <a:avLst/>
            <a:gdLst>
              <a:gd name="connsiteX0" fmla="*/ 4125218 w 5509267"/>
              <a:gd name="connsiteY0" fmla="*/ 0 h 4850216"/>
              <a:gd name="connsiteX1" fmla="*/ 5509267 w 5509267"/>
              <a:gd name="connsiteY1" fmla="*/ 0 h 4850216"/>
              <a:gd name="connsiteX2" fmla="*/ 5509267 w 5509267"/>
              <a:gd name="connsiteY2" fmla="*/ 1025249 h 4850216"/>
              <a:gd name="connsiteX3" fmla="*/ 5509267 w 5509267"/>
              <a:gd name="connsiteY3" fmla="*/ 2064733 h 4850216"/>
              <a:gd name="connsiteX4" fmla="*/ 5509267 w 5509267"/>
              <a:gd name="connsiteY4" fmla="*/ 4850216 h 4850216"/>
              <a:gd name="connsiteX5" fmla="*/ 64707 w 5509267"/>
              <a:gd name="connsiteY5" fmla="*/ 4850216 h 4850216"/>
              <a:gd name="connsiteX6" fmla="*/ 0 w 5509267"/>
              <a:gd name="connsiteY6" fmla="*/ 4119462 h 4850216"/>
              <a:gd name="connsiteX7" fmla="*/ 4125218 w 5509267"/>
              <a:gd name="connsiteY7" fmla="*/ 0 h 48502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509267" h="4850216">
                <a:moveTo>
                  <a:pt x="4125218" y="0"/>
                </a:moveTo>
                <a:cubicBezTo>
                  <a:pt x="4496940" y="0"/>
                  <a:pt x="4972933" y="0"/>
                  <a:pt x="5509267" y="0"/>
                </a:cubicBezTo>
                <a:lnTo>
                  <a:pt x="5509267" y="1025249"/>
                </a:lnTo>
                <a:lnTo>
                  <a:pt x="5509267" y="2064733"/>
                </a:lnTo>
                <a:lnTo>
                  <a:pt x="5509267" y="4850216"/>
                </a:lnTo>
                <a:lnTo>
                  <a:pt x="64707" y="4850216"/>
                </a:lnTo>
                <a:cubicBezTo>
                  <a:pt x="22190" y="4613050"/>
                  <a:pt x="0" y="4368844"/>
                  <a:pt x="0" y="4119462"/>
                </a:cubicBezTo>
                <a:cubicBezTo>
                  <a:pt x="0" y="1844346"/>
                  <a:pt x="1846923" y="0"/>
                  <a:pt x="4125218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44D8EA-A672-6846-C041-D5AC363BC948}"/>
              </a:ext>
            </a:extLst>
          </p:cNvPr>
          <p:cNvSpPr txBox="1"/>
          <p:nvPr userDrawn="1"/>
        </p:nvSpPr>
        <p:spPr>
          <a:xfrm>
            <a:off x="3295291" y="678898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84D41D9-6B96-63AC-C1DD-A2840AB547C4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6771143"/>
            <a:ext cx="12192000" cy="86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54246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F49E9807-481F-789A-A4A4-18908DDAA257}"/>
              </a:ext>
            </a:extLst>
          </p:cNvPr>
          <p:cNvSpPr txBox="1"/>
          <p:nvPr userDrawn="1"/>
        </p:nvSpPr>
        <p:spPr>
          <a:xfrm>
            <a:off x="673694" y="2515317"/>
            <a:ext cx="5734228" cy="8953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5800" b="1" i="0"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Thank you</a:t>
            </a:r>
            <a:endParaRPr lang="en-US" sz="5800" b="1" i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B1349BE-906A-ADCF-254A-90974832D62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49578" y="4280572"/>
            <a:ext cx="5327709" cy="751898"/>
          </a:xfrm>
        </p:spPr>
        <p:txBody>
          <a:bodyPr>
            <a:norm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5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GB"/>
              <a:t>Placeholder name</a:t>
            </a:r>
          </a:p>
        </p:txBody>
      </p:sp>
      <p:sp>
        <p:nvSpPr>
          <p:cNvPr id="11" name="Text Placeholder 9">
            <a:extLst>
              <a:ext uri="{FF2B5EF4-FFF2-40B4-BE49-F238E27FC236}">
                <a16:creationId xmlns:a16="http://schemas.microsoft.com/office/drawing/2014/main" id="{5CA63458-9D1B-FB23-96E4-5BE3EFB192D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49577" y="4531523"/>
            <a:ext cx="5327709" cy="512897"/>
          </a:xfrm>
        </p:spPr>
        <p:txBody>
          <a:bodyPr>
            <a:norm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500" b="0" i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GB" err="1"/>
              <a:t>placeholderemail@healthiertogther.org</a:t>
            </a:r>
            <a:endParaRPr lang="en-GB"/>
          </a:p>
          <a:p>
            <a:pPr lvl="0"/>
            <a:r>
              <a:rPr lang="en-GB"/>
              <a:t>01234567890</a:t>
            </a:r>
            <a:endParaRPr lang="en-US"/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36A58167-8AEE-B552-476D-68E309DA213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50604" y="809162"/>
            <a:ext cx="2870791" cy="629559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7534328-D49C-520D-1788-15A143AC7D9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9082475" y="631456"/>
            <a:ext cx="2256652" cy="7491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42945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Slide (Dark)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BB56C9-40F4-25C2-AB3F-47395D35253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66670" y="2102049"/>
            <a:ext cx="5573746" cy="1677243"/>
          </a:xfrm>
        </p:spPr>
        <p:txBody>
          <a:bodyPr anchor="b">
            <a:normAutofit/>
          </a:bodyPr>
          <a:lstStyle>
            <a:lvl1pPr algn="l">
              <a:defRPr sz="5000">
                <a:solidFill>
                  <a:schemeClr val="bg1"/>
                </a:solidFill>
              </a:defRPr>
            </a:lvl1pPr>
          </a:lstStyle>
          <a:p>
            <a:r>
              <a:rPr lang="en-GB">
                <a:effectLst/>
              </a:rPr>
              <a:t>This is the title of </a:t>
            </a:r>
            <a:br>
              <a:rPr lang="en-GB">
                <a:effectLst/>
              </a:rPr>
            </a:br>
            <a:r>
              <a:rPr lang="en-GB">
                <a:effectLst/>
              </a:rPr>
              <a:t>a section slide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A4A89C3-DF8F-91C4-5C2C-3B54E95C2CB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62395" y="3992037"/>
            <a:ext cx="3861316" cy="365125"/>
          </a:xfrm>
        </p:spPr>
        <p:txBody>
          <a:bodyPr>
            <a:noAutofit/>
          </a:bodyPr>
          <a:lstStyle>
            <a:lvl1pPr marL="0" indent="0" algn="l">
              <a:buNone/>
              <a:defRPr sz="25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Example sub-header</a:t>
            </a:r>
            <a:endParaRPr lang="en-US"/>
          </a:p>
        </p:txBody>
      </p:sp>
      <p:pic>
        <p:nvPicPr>
          <p:cNvPr id="20" name="Graphic 19">
            <a:extLst>
              <a:ext uri="{FF2B5EF4-FFF2-40B4-BE49-F238E27FC236}">
                <a16:creationId xmlns:a16="http://schemas.microsoft.com/office/drawing/2014/main" id="{5953A8C8-2A8E-FE9E-D4C8-8005EC111C5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>
          <a:xfrm>
            <a:off x="850605" y="809162"/>
            <a:ext cx="2870789" cy="629559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68E15A83-C105-6231-2088-1335D779001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9287596" y="631456"/>
            <a:ext cx="2034416" cy="749140"/>
          </a:xfrm>
          <a:prstGeom prst="rect">
            <a:avLst/>
          </a:prstGeom>
        </p:spPr>
      </p:pic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E91CEAF-FF6E-8FD5-BFDA-E38D01BC482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86893" y="1650309"/>
            <a:ext cx="6001412" cy="5140114"/>
          </a:xfrm>
          <a:custGeom>
            <a:avLst/>
            <a:gdLst>
              <a:gd name="connsiteX0" fmla="*/ 3107437 w 6001412"/>
              <a:gd name="connsiteY0" fmla="*/ 0 h 5140114"/>
              <a:gd name="connsiteX1" fmla="*/ 6001412 w 6001412"/>
              <a:gd name="connsiteY1" fmla="*/ 0 h 5140114"/>
              <a:gd name="connsiteX2" fmla="*/ 6001412 w 6001412"/>
              <a:gd name="connsiteY2" fmla="*/ 1209937 h 5140114"/>
              <a:gd name="connsiteX3" fmla="*/ 6001412 w 6001412"/>
              <a:gd name="connsiteY3" fmla="*/ 2458112 h 5140114"/>
              <a:gd name="connsiteX4" fmla="*/ 6001412 w 6001412"/>
              <a:gd name="connsiteY4" fmla="*/ 5140114 h 5140114"/>
              <a:gd name="connsiteX5" fmla="*/ 755013 w 6001412"/>
              <a:gd name="connsiteY5" fmla="*/ 5140114 h 5140114"/>
              <a:gd name="connsiteX6" fmla="*/ 0 w 6001412"/>
              <a:gd name="connsiteY6" fmla="*/ 3108803 h 5140114"/>
              <a:gd name="connsiteX7" fmla="*/ 3107437 w 6001412"/>
              <a:gd name="connsiteY7" fmla="*/ 0 h 51401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001412" h="5140114">
                <a:moveTo>
                  <a:pt x="3107437" y="0"/>
                </a:moveTo>
                <a:cubicBezTo>
                  <a:pt x="3775063" y="0"/>
                  <a:pt x="4889204" y="0"/>
                  <a:pt x="6001412" y="0"/>
                </a:cubicBezTo>
                <a:lnTo>
                  <a:pt x="6001412" y="1209937"/>
                </a:lnTo>
                <a:lnTo>
                  <a:pt x="6001412" y="2458112"/>
                </a:lnTo>
                <a:lnTo>
                  <a:pt x="6001412" y="5140114"/>
                </a:lnTo>
                <a:lnTo>
                  <a:pt x="755013" y="5140114"/>
                </a:lnTo>
                <a:cubicBezTo>
                  <a:pt x="284547" y="4595284"/>
                  <a:pt x="0" y="3885290"/>
                  <a:pt x="0" y="3108803"/>
                </a:cubicBezTo>
                <a:cubicBezTo>
                  <a:pt x="0" y="1391855"/>
                  <a:pt x="1391244" y="0"/>
                  <a:pt x="3107437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50C512A-CDD2-0819-7D30-3611F87F8FE1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3695" y="6771143"/>
            <a:ext cx="12192000" cy="86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63120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Slide (White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BB56C9-40F4-25C2-AB3F-47395D35253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66669" y="2102049"/>
            <a:ext cx="5590999" cy="1677243"/>
          </a:xfrm>
        </p:spPr>
        <p:txBody>
          <a:bodyPr anchor="b">
            <a:normAutofit/>
          </a:bodyPr>
          <a:lstStyle>
            <a:lvl1pPr algn="l">
              <a:defRPr sz="5000">
                <a:solidFill>
                  <a:schemeClr val="tx1"/>
                </a:solidFill>
              </a:defRPr>
            </a:lvl1pPr>
          </a:lstStyle>
          <a:p>
            <a:r>
              <a:rPr lang="en-GB">
                <a:effectLst/>
              </a:rPr>
              <a:t>This is the title of </a:t>
            </a:r>
            <a:br>
              <a:rPr lang="en-GB">
                <a:effectLst/>
              </a:rPr>
            </a:br>
            <a:r>
              <a:rPr lang="en-GB">
                <a:effectLst/>
              </a:rPr>
              <a:t>a section slide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A4A89C3-DF8F-91C4-5C2C-3B54E95C2CB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762395" y="3992037"/>
            <a:ext cx="3861316" cy="365125"/>
          </a:xfrm>
        </p:spPr>
        <p:txBody>
          <a:bodyPr>
            <a:noAutofit/>
          </a:bodyPr>
          <a:lstStyle>
            <a:lvl1pPr marL="0" indent="0" algn="l">
              <a:buNone/>
              <a:defRPr sz="25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Example sub-header</a:t>
            </a:r>
            <a:endParaRPr lang="en-US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E91CEAF-FF6E-8FD5-BFDA-E38D01BC482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90588" y="1645886"/>
            <a:ext cx="6001412" cy="5140114"/>
          </a:xfrm>
          <a:custGeom>
            <a:avLst/>
            <a:gdLst>
              <a:gd name="connsiteX0" fmla="*/ 3107437 w 6001412"/>
              <a:gd name="connsiteY0" fmla="*/ 0 h 5140114"/>
              <a:gd name="connsiteX1" fmla="*/ 6001412 w 6001412"/>
              <a:gd name="connsiteY1" fmla="*/ 0 h 5140114"/>
              <a:gd name="connsiteX2" fmla="*/ 6001412 w 6001412"/>
              <a:gd name="connsiteY2" fmla="*/ 1209937 h 5140114"/>
              <a:gd name="connsiteX3" fmla="*/ 6001412 w 6001412"/>
              <a:gd name="connsiteY3" fmla="*/ 2458112 h 5140114"/>
              <a:gd name="connsiteX4" fmla="*/ 6001412 w 6001412"/>
              <a:gd name="connsiteY4" fmla="*/ 5140114 h 5140114"/>
              <a:gd name="connsiteX5" fmla="*/ 755013 w 6001412"/>
              <a:gd name="connsiteY5" fmla="*/ 5140114 h 5140114"/>
              <a:gd name="connsiteX6" fmla="*/ 0 w 6001412"/>
              <a:gd name="connsiteY6" fmla="*/ 3108803 h 5140114"/>
              <a:gd name="connsiteX7" fmla="*/ 3107437 w 6001412"/>
              <a:gd name="connsiteY7" fmla="*/ 0 h 51401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001412" h="5140114">
                <a:moveTo>
                  <a:pt x="3107437" y="0"/>
                </a:moveTo>
                <a:cubicBezTo>
                  <a:pt x="3775063" y="0"/>
                  <a:pt x="4889204" y="0"/>
                  <a:pt x="6001412" y="0"/>
                </a:cubicBezTo>
                <a:lnTo>
                  <a:pt x="6001412" y="1209937"/>
                </a:lnTo>
                <a:lnTo>
                  <a:pt x="6001412" y="2458112"/>
                </a:lnTo>
                <a:lnTo>
                  <a:pt x="6001412" y="5140114"/>
                </a:lnTo>
                <a:lnTo>
                  <a:pt x="755013" y="5140114"/>
                </a:lnTo>
                <a:cubicBezTo>
                  <a:pt x="284547" y="4595284"/>
                  <a:pt x="0" y="3885290"/>
                  <a:pt x="0" y="3108803"/>
                </a:cubicBezTo>
                <a:cubicBezTo>
                  <a:pt x="0" y="1391855"/>
                  <a:pt x="1391244" y="0"/>
                  <a:pt x="3107437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US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F542DDCE-6797-AA13-0FA7-65588D86BA8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50604" y="809162"/>
            <a:ext cx="2870791" cy="62955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BE36A2D-7572-62E9-C3E7-532613D3A6A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9082474" y="631456"/>
            <a:ext cx="2256652" cy="74914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DD2AB23-5249-C271-55B2-F213206DCC80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6771143"/>
            <a:ext cx="12192000" cy="86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26383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xt Only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1BB6A3-1C35-01F1-0B0C-D49BFAAE148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3695" y="534459"/>
            <a:ext cx="10515600" cy="1325563"/>
          </a:xfrm>
        </p:spPr>
        <p:txBody>
          <a:bodyPr/>
          <a:lstStyle/>
          <a:p>
            <a:r>
              <a:rPr lang="en-GB"/>
              <a:t>Example title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2FFEDA0-53F9-4B0B-3B52-79E81241B84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0472" y="1839702"/>
            <a:ext cx="8265157" cy="4279900"/>
          </a:xfrm>
        </p:spPr>
        <p:txBody>
          <a:bodyPr>
            <a:noAutofit/>
          </a:bodyPr>
          <a:lstStyle>
            <a:lvl1pPr marL="0" indent="0">
              <a:lnSpc>
                <a:spcPts val="2700"/>
              </a:lnSpc>
              <a:buNone/>
              <a:defRPr sz="1800"/>
            </a:lvl1pPr>
          </a:lstStyle>
          <a:p>
            <a:pPr lvl="0"/>
            <a:r>
              <a:rPr lang="en-GB">
                <a:effectLst/>
              </a:rPr>
              <a:t>Lorem ipsum </a:t>
            </a:r>
            <a:r>
              <a:rPr lang="en-GB" err="1">
                <a:effectLst/>
              </a:rPr>
              <a:t>dolor</a:t>
            </a:r>
            <a:r>
              <a:rPr lang="en-GB">
                <a:effectLst/>
              </a:rPr>
              <a:t> sit </a:t>
            </a:r>
            <a:r>
              <a:rPr lang="en-GB" err="1">
                <a:effectLst/>
              </a:rPr>
              <a:t>amet</a:t>
            </a:r>
            <a:r>
              <a:rPr lang="en-GB">
                <a:effectLst/>
              </a:rPr>
              <a:t>, </a:t>
            </a:r>
            <a:r>
              <a:rPr lang="en-GB" err="1">
                <a:effectLst/>
              </a:rPr>
              <a:t>consectetur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adipiscing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elit</a:t>
            </a:r>
            <a:r>
              <a:rPr lang="en-GB">
                <a:effectLst/>
              </a:rPr>
              <a:t>. Sed </a:t>
            </a:r>
            <a:r>
              <a:rPr lang="en-GB" err="1">
                <a:effectLst/>
              </a:rPr>
              <a:t>hendrerit</a:t>
            </a:r>
            <a:r>
              <a:rPr lang="en-GB">
                <a:effectLst/>
              </a:rPr>
              <a:t> semper </a:t>
            </a:r>
            <a:r>
              <a:rPr lang="en-GB" err="1">
                <a:effectLst/>
              </a:rPr>
              <a:t>leo</a:t>
            </a:r>
            <a:r>
              <a:rPr lang="en-GB">
                <a:effectLst/>
              </a:rPr>
              <a:t>, </a:t>
            </a:r>
            <a:r>
              <a:rPr lang="en-GB" err="1">
                <a:effectLst/>
              </a:rPr>
              <a:t>nec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accumsan</a:t>
            </a:r>
            <a:r>
              <a:rPr lang="en-GB">
                <a:effectLst/>
              </a:rPr>
              <a:t> nisi </a:t>
            </a:r>
            <a:r>
              <a:rPr lang="en-GB" err="1">
                <a:effectLst/>
              </a:rPr>
              <a:t>finibus</a:t>
            </a:r>
            <a:r>
              <a:rPr lang="en-GB">
                <a:effectLst/>
              </a:rPr>
              <a:t> vel. Ut </a:t>
            </a:r>
            <a:r>
              <a:rPr lang="en-GB" err="1">
                <a:effectLst/>
              </a:rPr>
              <a:t>sodales</a:t>
            </a:r>
            <a:r>
              <a:rPr lang="en-GB">
                <a:effectLst/>
              </a:rPr>
              <a:t>, dui </a:t>
            </a:r>
            <a:r>
              <a:rPr lang="en-GB" err="1">
                <a:effectLst/>
              </a:rPr>
              <a:t>vel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vulputate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vehicula</a:t>
            </a:r>
            <a:r>
              <a:rPr lang="en-GB">
                <a:effectLst/>
              </a:rPr>
              <a:t>, </a:t>
            </a:r>
            <a:r>
              <a:rPr lang="en-GB" err="1">
                <a:effectLst/>
              </a:rPr>
              <a:t>arcu</a:t>
            </a:r>
            <a:r>
              <a:rPr lang="en-GB">
                <a:effectLst/>
              </a:rPr>
              <a:t> nisi </a:t>
            </a:r>
            <a:r>
              <a:rPr lang="en-GB" err="1">
                <a:effectLst/>
              </a:rPr>
              <a:t>suscipit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justo</a:t>
            </a:r>
            <a:r>
              <a:rPr lang="en-GB">
                <a:effectLst/>
              </a:rPr>
              <a:t>, ac </a:t>
            </a:r>
            <a:r>
              <a:rPr lang="en-GB" err="1">
                <a:effectLst/>
              </a:rPr>
              <a:t>tincidunt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dolor</a:t>
            </a:r>
            <a:r>
              <a:rPr lang="en-GB">
                <a:effectLst/>
              </a:rPr>
              <a:t> dui a </a:t>
            </a:r>
            <a:r>
              <a:rPr lang="en-GB" err="1">
                <a:effectLst/>
              </a:rPr>
              <a:t>purus</a:t>
            </a:r>
            <a:r>
              <a:rPr lang="en-GB">
                <a:effectLst/>
              </a:rPr>
              <a:t>. Maecenas auctor </a:t>
            </a:r>
            <a:r>
              <a:rPr lang="en-GB" err="1">
                <a:effectLst/>
              </a:rPr>
              <a:t>tincidunt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quam</a:t>
            </a:r>
            <a:r>
              <a:rPr lang="en-GB">
                <a:effectLst/>
              </a:rPr>
              <a:t>, ac </a:t>
            </a:r>
            <a:r>
              <a:rPr lang="en-GB" err="1">
                <a:effectLst/>
              </a:rPr>
              <a:t>facilisis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purus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efficitur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ut.</a:t>
            </a:r>
            <a:r>
              <a:rPr lang="en-GB">
                <a:effectLst/>
              </a:rPr>
              <a:t> Integer ac </a:t>
            </a:r>
            <a:r>
              <a:rPr lang="en-GB" err="1">
                <a:effectLst/>
              </a:rPr>
              <a:t>tortor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eu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velit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interdum</a:t>
            </a:r>
            <a:r>
              <a:rPr lang="en-GB">
                <a:effectLst/>
              </a:rPr>
              <a:t> lacinia et </a:t>
            </a:r>
            <a:r>
              <a:rPr lang="en-GB" err="1">
                <a:effectLst/>
              </a:rPr>
              <a:t>sit.Quisque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euismod</a:t>
            </a:r>
            <a:r>
              <a:rPr lang="en-GB">
                <a:effectLst/>
              </a:rPr>
              <a:t> auctor nisi, et </a:t>
            </a:r>
            <a:r>
              <a:rPr lang="en-GB" err="1">
                <a:effectLst/>
              </a:rPr>
              <a:t>tristique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elit</a:t>
            </a:r>
            <a:r>
              <a:rPr lang="en-GB">
                <a:effectLst/>
              </a:rPr>
              <a:t> cursus vitae. </a:t>
            </a:r>
            <a:r>
              <a:rPr lang="en-GB" err="1">
                <a:effectLst/>
              </a:rPr>
              <a:t>Nulla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facilisi</a:t>
            </a:r>
            <a:r>
              <a:rPr lang="en-GB">
                <a:effectLst/>
              </a:rPr>
              <a:t>. </a:t>
            </a:r>
            <a:r>
              <a:rPr lang="en-GB" err="1">
                <a:effectLst/>
              </a:rPr>
              <a:t>Curabitur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tincidunt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odio</a:t>
            </a:r>
            <a:r>
              <a:rPr lang="en-GB">
                <a:effectLst/>
              </a:rPr>
              <a:t> id </a:t>
            </a:r>
            <a:r>
              <a:rPr lang="en-GB" err="1">
                <a:effectLst/>
              </a:rPr>
              <a:t>fringilla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venenatis</a:t>
            </a:r>
            <a:r>
              <a:rPr lang="en-GB">
                <a:effectLst/>
              </a:rPr>
              <a:t>.</a:t>
            </a:r>
          </a:p>
          <a:p>
            <a:pPr lvl="0"/>
            <a:r>
              <a:rPr lang="en-GB" err="1">
                <a:effectLst/>
              </a:rPr>
              <a:t>Vivamus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nec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lectus</a:t>
            </a:r>
            <a:r>
              <a:rPr lang="en-GB">
                <a:effectLst/>
              </a:rPr>
              <a:t> id </a:t>
            </a:r>
            <a:r>
              <a:rPr lang="en-GB" err="1">
                <a:effectLst/>
              </a:rPr>
              <a:t>justo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consequat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ultricies</a:t>
            </a:r>
            <a:r>
              <a:rPr lang="en-GB">
                <a:effectLst/>
              </a:rPr>
              <a:t>. In hac </a:t>
            </a:r>
            <a:r>
              <a:rPr lang="en-GB" err="1">
                <a:effectLst/>
              </a:rPr>
              <a:t>habitasse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platea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dictumst</a:t>
            </a:r>
            <a:r>
              <a:rPr lang="en-GB">
                <a:effectLst/>
              </a:rPr>
              <a:t>. </a:t>
            </a:r>
            <a:r>
              <a:rPr lang="en-GB" err="1">
                <a:effectLst/>
              </a:rPr>
              <a:t>Fusce</a:t>
            </a:r>
            <a:r>
              <a:rPr lang="en-GB">
                <a:effectLst/>
              </a:rPr>
              <a:t> vestibulum libero at nisi </a:t>
            </a:r>
            <a:r>
              <a:rPr lang="en-GB" err="1">
                <a:effectLst/>
              </a:rPr>
              <a:t>ullamcorper</a:t>
            </a:r>
            <a:r>
              <a:rPr lang="en-GB">
                <a:effectLst/>
              </a:rPr>
              <a:t>, a </a:t>
            </a:r>
            <a:r>
              <a:rPr lang="en-GB" err="1">
                <a:effectLst/>
              </a:rPr>
              <a:t>dapibus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lectus</a:t>
            </a:r>
            <a:r>
              <a:rPr lang="en-GB">
                <a:effectLst/>
              </a:rPr>
              <a:t> gravida. Sed </a:t>
            </a:r>
            <a:r>
              <a:rPr lang="en-GB" err="1">
                <a:effectLst/>
              </a:rPr>
              <a:t>sodales</a:t>
            </a:r>
            <a:r>
              <a:rPr lang="en-GB">
                <a:effectLst/>
              </a:rPr>
              <a:t>, </a:t>
            </a:r>
            <a:r>
              <a:rPr lang="en-GB" err="1">
                <a:effectLst/>
              </a:rPr>
              <a:t>purus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nec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aliquet</a:t>
            </a:r>
            <a:r>
              <a:rPr lang="en-GB">
                <a:effectLst/>
              </a:rPr>
              <a:t> fermentum, </a:t>
            </a:r>
            <a:r>
              <a:rPr lang="en-GB" err="1">
                <a:effectLst/>
              </a:rPr>
              <a:t>velit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justo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ultrices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velit</a:t>
            </a:r>
            <a:r>
              <a:rPr lang="en-GB">
                <a:effectLst/>
              </a:rPr>
              <a:t>, sit </a:t>
            </a:r>
            <a:r>
              <a:rPr lang="en-GB" err="1">
                <a:effectLst/>
              </a:rPr>
              <a:t>amet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finibus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tortor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elit</a:t>
            </a:r>
            <a:r>
              <a:rPr lang="en-GB">
                <a:effectLst/>
              </a:rPr>
              <a:t> sit </a:t>
            </a:r>
            <a:r>
              <a:rPr lang="en-GB" err="1">
                <a:effectLst/>
              </a:rPr>
              <a:t>amet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augue</a:t>
            </a:r>
            <a:r>
              <a:rPr lang="en-GB">
                <a:effectLst/>
              </a:rPr>
              <a:t>. </a:t>
            </a:r>
            <a:r>
              <a:rPr lang="en-GB" err="1">
                <a:effectLst/>
              </a:rPr>
              <a:t>Quisque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euismod</a:t>
            </a:r>
            <a:r>
              <a:rPr lang="en-GB">
                <a:effectLst/>
              </a:rPr>
              <a:t> auctor nisi, et </a:t>
            </a:r>
            <a:r>
              <a:rPr lang="en-GB" err="1">
                <a:effectLst/>
              </a:rPr>
              <a:t>tristique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elit</a:t>
            </a:r>
            <a:r>
              <a:rPr lang="en-GB">
                <a:effectLst/>
              </a:rPr>
              <a:t> cursus vitae. </a:t>
            </a:r>
            <a:r>
              <a:rPr lang="en-GB" err="1">
                <a:effectLst/>
              </a:rPr>
              <a:t>Nulla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facilisi</a:t>
            </a:r>
            <a:r>
              <a:rPr lang="en-GB">
                <a:effectLst/>
              </a:rPr>
              <a:t>. </a:t>
            </a:r>
            <a:r>
              <a:rPr lang="en-GB" err="1">
                <a:effectLst/>
              </a:rPr>
              <a:t>Curabitur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tincidunt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odio</a:t>
            </a:r>
            <a:r>
              <a:rPr lang="en-GB">
                <a:effectLst/>
              </a:rPr>
              <a:t> id </a:t>
            </a:r>
            <a:r>
              <a:rPr lang="en-GB" err="1">
                <a:effectLst/>
              </a:rPr>
              <a:t>fringilla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venenatis</a:t>
            </a:r>
            <a:r>
              <a:rPr lang="en-GB">
                <a:effectLst/>
              </a:rPr>
              <a:t>. </a:t>
            </a:r>
            <a:endParaRPr lang="en-GB"/>
          </a:p>
        </p:txBody>
      </p:sp>
      <p:sp>
        <p:nvSpPr>
          <p:cNvPr id="9" name="Slide Number Placeholder 14">
            <a:extLst>
              <a:ext uri="{FF2B5EF4-FFF2-40B4-BE49-F238E27FC236}">
                <a16:creationId xmlns:a16="http://schemas.microsoft.com/office/drawing/2014/main" id="{341BF005-F903-11D4-6C87-E29CE2F2DE7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1" y="6176964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10390E37-E81B-D94E-8F4C-F7866DC26FF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26274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Video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1E7FE5A-8255-D0E8-0F15-A0DD0B4C6F4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Media Placeholder 4">
            <a:extLst>
              <a:ext uri="{FF2B5EF4-FFF2-40B4-BE49-F238E27FC236}">
                <a16:creationId xmlns:a16="http://schemas.microsoft.com/office/drawing/2014/main" id="{B2FF4A5C-B4CA-D35E-E279-FDC5FBC52F39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>
          <a:xfrm>
            <a:off x="842964" y="1819275"/>
            <a:ext cx="10510837" cy="4205288"/>
          </a:xfrm>
        </p:spPr>
        <p:txBody>
          <a:bodyPr/>
          <a:lstStyle/>
          <a:p>
            <a:endParaRPr lang="en-US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7BBBD4D-D889-AADC-2762-D7835B9164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9461630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Only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1BB6A3-1C35-01F1-0B0C-D49BFAAE148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3695" y="534458"/>
            <a:ext cx="10515600" cy="1325563"/>
          </a:xfrm>
        </p:spPr>
        <p:txBody>
          <a:bodyPr/>
          <a:lstStyle/>
          <a:p>
            <a:r>
              <a:rPr lang="en-GB"/>
              <a:t>Example title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2FFEDA0-53F9-4B0B-3B52-79E81241B84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0470" y="1839702"/>
            <a:ext cx="8265157" cy="4279900"/>
          </a:xfrm>
        </p:spPr>
        <p:txBody>
          <a:bodyPr>
            <a:noAutofit/>
          </a:bodyPr>
          <a:lstStyle>
            <a:lvl1pPr marL="0" indent="0">
              <a:lnSpc>
                <a:spcPts val="2700"/>
              </a:lnSpc>
              <a:buNone/>
              <a:defRPr sz="1800"/>
            </a:lvl1pPr>
          </a:lstStyle>
          <a:p>
            <a:pPr lvl="0"/>
            <a:r>
              <a:rPr lang="en-GB">
                <a:effectLst/>
              </a:rPr>
              <a:t>Lorem ipsum </a:t>
            </a:r>
            <a:r>
              <a:rPr lang="en-GB" err="1">
                <a:effectLst/>
              </a:rPr>
              <a:t>dolor</a:t>
            </a:r>
            <a:r>
              <a:rPr lang="en-GB">
                <a:effectLst/>
              </a:rPr>
              <a:t> sit </a:t>
            </a:r>
            <a:r>
              <a:rPr lang="en-GB" err="1">
                <a:effectLst/>
              </a:rPr>
              <a:t>amet</a:t>
            </a:r>
            <a:r>
              <a:rPr lang="en-GB">
                <a:effectLst/>
              </a:rPr>
              <a:t>, </a:t>
            </a:r>
            <a:r>
              <a:rPr lang="en-GB" err="1">
                <a:effectLst/>
              </a:rPr>
              <a:t>consectetur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adipiscing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elit</a:t>
            </a:r>
            <a:r>
              <a:rPr lang="en-GB">
                <a:effectLst/>
              </a:rPr>
              <a:t>. Sed </a:t>
            </a:r>
            <a:r>
              <a:rPr lang="en-GB" err="1">
                <a:effectLst/>
              </a:rPr>
              <a:t>hendrerit</a:t>
            </a:r>
            <a:r>
              <a:rPr lang="en-GB">
                <a:effectLst/>
              </a:rPr>
              <a:t> semper </a:t>
            </a:r>
            <a:r>
              <a:rPr lang="en-GB" err="1">
                <a:effectLst/>
              </a:rPr>
              <a:t>leo</a:t>
            </a:r>
            <a:r>
              <a:rPr lang="en-GB">
                <a:effectLst/>
              </a:rPr>
              <a:t>, </a:t>
            </a:r>
            <a:r>
              <a:rPr lang="en-GB" err="1">
                <a:effectLst/>
              </a:rPr>
              <a:t>nec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accumsan</a:t>
            </a:r>
            <a:r>
              <a:rPr lang="en-GB">
                <a:effectLst/>
              </a:rPr>
              <a:t> nisi </a:t>
            </a:r>
            <a:r>
              <a:rPr lang="en-GB" err="1">
                <a:effectLst/>
              </a:rPr>
              <a:t>finibus</a:t>
            </a:r>
            <a:r>
              <a:rPr lang="en-GB">
                <a:effectLst/>
              </a:rPr>
              <a:t> vel. Ut </a:t>
            </a:r>
            <a:r>
              <a:rPr lang="en-GB" err="1">
                <a:effectLst/>
              </a:rPr>
              <a:t>sodales</a:t>
            </a:r>
            <a:r>
              <a:rPr lang="en-GB">
                <a:effectLst/>
              </a:rPr>
              <a:t>, dui </a:t>
            </a:r>
            <a:r>
              <a:rPr lang="en-GB" err="1">
                <a:effectLst/>
              </a:rPr>
              <a:t>vel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vulputate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vehicula</a:t>
            </a:r>
            <a:r>
              <a:rPr lang="en-GB">
                <a:effectLst/>
              </a:rPr>
              <a:t>, </a:t>
            </a:r>
            <a:r>
              <a:rPr lang="en-GB" err="1">
                <a:effectLst/>
              </a:rPr>
              <a:t>arcu</a:t>
            </a:r>
            <a:r>
              <a:rPr lang="en-GB">
                <a:effectLst/>
              </a:rPr>
              <a:t> nisi </a:t>
            </a:r>
            <a:r>
              <a:rPr lang="en-GB" err="1">
                <a:effectLst/>
              </a:rPr>
              <a:t>suscipit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justo</a:t>
            </a:r>
            <a:r>
              <a:rPr lang="en-GB">
                <a:effectLst/>
              </a:rPr>
              <a:t>, ac </a:t>
            </a:r>
            <a:r>
              <a:rPr lang="en-GB" err="1">
                <a:effectLst/>
              </a:rPr>
              <a:t>tincidunt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dolor</a:t>
            </a:r>
            <a:r>
              <a:rPr lang="en-GB">
                <a:effectLst/>
              </a:rPr>
              <a:t> dui a </a:t>
            </a:r>
            <a:r>
              <a:rPr lang="en-GB" err="1">
                <a:effectLst/>
              </a:rPr>
              <a:t>purus</a:t>
            </a:r>
            <a:r>
              <a:rPr lang="en-GB">
                <a:effectLst/>
              </a:rPr>
              <a:t>. Maecenas auctor </a:t>
            </a:r>
            <a:r>
              <a:rPr lang="en-GB" err="1">
                <a:effectLst/>
              </a:rPr>
              <a:t>tincidunt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quam</a:t>
            </a:r>
            <a:r>
              <a:rPr lang="en-GB">
                <a:effectLst/>
              </a:rPr>
              <a:t>, ac </a:t>
            </a:r>
            <a:r>
              <a:rPr lang="en-GB" err="1">
                <a:effectLst/>
              </a:rPr>
              <a:t>facilisis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purus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efficitur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ut.</a:t>
            </a:r>
            <a:r>
              <a:rPr lang="en-GB">
                <a:effectLst/>
              </a:rPr>
              <a:t> Integer ac </a:t>
            </a:r>
            <a:r>
              <a:rPr lang="en-GB" err="1">
                <a:effectLst/>
              </a:rPr>
              <a:t>tortor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eu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velit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interdum</a:t>
            </a:r>
            <a:r>
              <a:rPr lang="en-GB">
                <a:effectLst/>
              </a:rPr>
              <a:t> lacinia et </a:t>
            </a:r>
            <a:r>
              <a:rPr lang="en-GB" err="1">
                <a:effectLst/>
              </a:rPr>
              <a:t>sit.Quisque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euismod</a:t>
            </a:r>
            <a:r>
              <a:rPr lang="en-GB">
                <a:effectLst/>
              </a:rPr>
              <a:t> auctor nisi, et </a:t>
            </a:r>
            <a:r>
              <a:rPr lang="en-GB" err="1">
                <a:effectLst/>
              </a:rPr>
              <a:t>tristique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elit</a:t>
            </a:r>
            <a:r>
              <a:rPr lang="en-GB">
                <a:effectLst/>
              </a:rPr>
              <a:t> cursus vitae. </a:t>
            </a:r>
            <a:r>
              <a:rPr lang="en-GB" err="1">
                <a:effectLst/>
              </a:rPr>
              <a:t>Nulla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facilisi</a:t>
            </a:r>
            <a:r>
              <a:rPr lang="en-GB">
                <a:effectLst/>
              </a:rPr>
              <a:t>. </a:t>
            </a:r>
            <a:r>
              <a:rPr lang="en-GB" err="1">
                <a:effectLst/>
              </a:rPr>
              <a:t>Curabitur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tincidunt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odio</a:t>
            </a:r>
            <a:r>
              <a:rPr lang="en-GB">
                <a:effectLst/>
              </a:rPr>
              <a:t> id </a:t>
            </a:r>
            <a:r>
              <a:rPr lang="en-GB" err="1">
                <a:effectLst/>
              </a:rPr>
              <a:t>fringilla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venenatis</a:t>
            </a:r>
            <a:r>
              <a:rPr lang="en-GB">
                <a:effectLst/>
              </a:rPr>
              <a:t>.</a:t>
            </a:r>
          </a:p>
          <a:p>
            <a:pPr lvl="0"/>
            <a:r>
              <a:rPr lang="en-GB" err="1">
                <a:effectLst/>
              </a:rPr>
              <a:t>Vivamus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nec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lectus</a:t>
            </a:r>
            <a:r>
              <a:rPr lang="en-GB">
                <a:effectLst/>
              </a:rPr>
              <a:t> id </a:t>
            </a:r>
            <a:r>
              <a:rPr lang="en-GB" err="1">
                <a:effectLst/>
              </a:rPr>
              <a:t>justo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consequat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ultricies</a:t>
            </a:r>
            <a:r>
              <a:rPr lang="en-GB">
                <a:effectLst/>
              </a:rPr>
              <a:t>. In hac </a:t>
            </a:r>
            <a:r>
              <a:rPr lang="en-GB" err="1">
                <a:effectLst/>
              </a:rPr>
              <a:t>habitasse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platea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dictumst</a:t>
            </a:r>
            <a:r>
              <a:rPr lang="en-GB">
                <a:effectLst/>
              </a:rPr>
              <a:t>. </a:t>
            </a:r>
            <a:r>
              <a:rPr lang="en-GB" err="1">
                <a:effectLst/>
              </a:rPr>
              <a:t>Fusce</a:t>
            </a:r>
            <a:r>
              <a:rPr lang="en-GB">
                <a:effectLst/>
              </a:rPr>
              <a:t> vestibulum libero at nisi </a:t>
            </a:r>
            <a:r>
              <a:rPr lang="en-GB" err="1">
                <a:effectLst/>
              </a:rPr>
              <a:t>ullamcorper</a:t>
            </a:r>
            <a:r>
              <a:rPr lang="en-GB">
                <a:effectLst/>
              </a:rPr>
              <a:t>, a </a:t>
            </a:r>
            <a:r>
              <a:rPr lang="en-GB" err="1">
                <a:effectLst/>
              </a:rPr>
              <a:t>dapibus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lectus</a:t>
            </a:r>
            <a:r>
              <a:rPr lang="en-GB">
                <a:effectLst/>
              </a:rPr>
              <a:t> gravida. Sed </a:t>
            </a:r>
            <a:r>
              <a:rPr lang="en-GB" err="1">
                <a:effectLst/>
              </a:rPr>
              <a:t>sodales</a:t>
            </a:r>
            <a:r>
              <a:rPr lang="en-GB">
                <a:effectLst/>
              </a:rPr>
              <a:t>, </a:t>
            </a:r>
            <a:r>
              <a:rPr lang="en-GB" err="1">
                <a:effectLst/>
              </a:rPr>
              <a:t>purus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nec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aliquet</a:t>
            </a:r>
            <a:r>
              <a:rPr lang="en-GB">
                <a:effectLst/>
              </a:rPr>
              <a:t> fermentum, </a:t>
            </a:r>
            <a:r>
              <a:rPr lang="en-GB" err="1">
                <a:effectLst/>
              </a:rPr>
              <a:t>velit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justo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ultrices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velit</a:t>
            </a:r>
            <a:r>
              <a:rPr lang="en-GB">
                <a:effectLst/>
              </a:rPr>
              <a:t>, sit </a:t>
            </a:r>
            <a:r>
              <a:rPr lang="en-GB" err="1">
                <a:effectLst/>
              </a:rPr>
              <a:t>amet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finibus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tortor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elit</a:t>
            </a:r>
            <a:r>
              <a:rPr lang="en-GB">
                <a:effectLst/>
              </a:rPr>
              <a:t> sit </a:t>
            </a:r>
            <a:r>
              <a:rPr lang="en-GB" err="1">
                <a:effectLst/>
              </a:rPr>
              <a:t>amet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augue</a:t>
            </a:r>
            <a:r>
              <a:rPr lang="en-GB">
                <a:effectLst/>
              </a:rPr>
              <a:t>. </a:t>
            </a:r>
            <a:r>
              <a:rPr lang="en-GB" err="1">
                <a:effectLst/>
              </a:rPr>
              <a:t>Quisque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euismod</a:t>
            </a:r>
            <a:r>
              <a:rPr lang="en-GB">
                <a:effectLst/>
              </a:rPr>
              <a:t> auctor nisi, et </a:t>
            </a:r>
            <a:r>
              <a:rPr lang="en-GB" err="1">
                <a:effectLst/>
              </a:rPr>
              <a:t>tristique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elit</a:t>
            </a:r>
            <a:r>
              <a:rPr lang="en-GB">
                <a:effectLst/>
              </a:rPr>
              <a:t> cursus vitae. </a:t>
            </a:r>
            <a:r>
              <a:rPr lang="en-GB" err="1">
                <a:effectLst/>
              </a:rPr>
              <a:t>Nulla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facilisi</a:t>
            </a:r>
            <a:r>
              <a:rPr lang="en-GB">
                <a:effectLst/>
              </a:rPr>
              <a:t>. </a:t>
            </a:r>
            <a:r>
              <a:rPr lang="en-GB" err="1">
                <a:effectLst/>
              </a:rPr>
              <a:t>Curabitur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tincidunt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odio</a:t>
            </a:r>
            <a:r>
              <a:rPr lang="en-GB">
                <a:effectLst/>
              </a:rPr>
              <a:t> id </a:t>
            </a:r>
            <a:r>
              <a:rPr lang="en-GB" err="1">
                <a:effectLst/>
              </a:rPr>
              <a:t>fringilla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venenatis</a:t>
            </a:r>
            <a:r>
              <a:rPr lang="en-GB">
                <a:effectLst/>
              </a:rPr>
              <a:t>. </a:t>
            </a:r>
            <a:endParaRPr lang="en-GB"/>
          </a:p>
        </p:txBody>
      </p:sp>
      <p:sp>
        <p:nvSpPr>
          <p:cNvPr id="9" name="Slide Number Placeholder 14">
            <a:extLst>
              <a:ext uri="{FF2B5EF4-FFF2-40B4-BE49-F238E27FC236}">
                <a16:creationId xmlns:a16="http://schemas.microsoft.com/office/drawing/2014/main" id="{341BF005-F903-11D4-6C87-E29CE2F2DE7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17696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10390E37-E81B-D94E-8F4C-F7866DC26FF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19902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194743-9034-6E89-5AB3-52E4D48B25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/>
              <a:t>Example title</a:t>
            </a:r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1E7FE5A-8255-D0E8-0F15-A0DD0B4C6F4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0390E37-E81B-D94E-8F4C-F7866DC26FF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Media Placeholder 4">
            <a:extLst>
              <a:ext uri="{FF2B5EF4-FFF2-40B4-BE49-F238E27FC236}">
                <a16:creationId xmlns:a16="http://schemas.microsoft.com/office/drawing/2014/main" id="{B2FF4A5C-B4CA-D35E-E279-FDC5FBC52F39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>
          <a:xfrm>
            <a:off x="842963" y="1819275"/>
            <a:ext cx="10510837" cy="4205288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73712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89CD0E-17BE-EC43-88D0-301055E7A6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50B7F89-8467-FDC7-A1C2-87492591A9C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0390E37-E81B-D94E-8F4C-F7866DC26FF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5DBC84B0-ED96-F445-2398-BFFA4AE02B4F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838200" y="1768475"/>
            <a:ext cx="10515600" cy="4094163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743349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1BB6A3-1C35-01F1-0B0C-D49BFAAE148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3695" y="534458"/>
            <a:ext cx="10515600" cy="1325563"/>
          </a:xfrm>
        </p:spPr>
        <p:txBody>
          <a:bodyPr/>
          <a:lstStyle/>
          <a:p>
            <a:r>
              <a:rPr lang="en-GB"/>
              <a:t>Example title</a:t>
            </a:r>
            <a:endParaRPr lang="en-US"/>
          </a:p>
        </p:txBody>
      </p:sp>
      <p:sp>
        <p:nvSpPr>
          <p:cNvPr id="9" name="Slide Number Placeholder 14">
            <a:extLst>
              <a:ext uri="{FF2B5EF4-FFF2-40B4-BE49-F238E27FC236}">
                <a16:creationId xmlns:a16="http://schemas.microsoft.com/office/drawing/2014/main" id="{341BF005-F903-11D4-6C87-E29CE2F2DE7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17696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10390E37-E81B-D94E-8F4C-F7866DC26FF5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E8E9E6F-E97F-1CCC-3F04-8C4DC2C97808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763588" y="1974850"/>
            <a:ext cx="10515600" cy="3930650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09626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1BB6A3-1C35-01F1-0B0C-D49BFAAE148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3695" y="534458"/>
            <a:ext cx="10515600" cy="1325563"/>
          </a:xfrm>
        </p:spPr>
        <p:txBody>
          <a:bodyPr/>
          <a:lstStyle/>
          <a:p>
            <a:r>
              <a:rPr lang="en-GB"/>
              <a:t>Example title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2FFEDA0-53F9-4B0B-3B52-79E81241B84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0470" y="1839702"/>
            <a:ext cx="6043503" cy="4279900"/>
          </a:xfrm>
        </p:spPr>
        <p:txBody>
          <a:bodyPr>
            <a:noAutofit/>
          </a:bodyPr>
          <a:lstStyle>
            <a:lvl1pPr marL="0" indent="0">
              <a:lnSpc>
                <a:spcPts val="2700"/>
              </a:lnSpc>
              <a:buNone/>
              <a:defRPr sz="1800"/>
            </a:lvl1pPr>
          </a:lstStyle>
          <a:p>
            <a:pPr lvl="0"/>
            <a:r>
              <a:rPr lang="en-GB">
                <a:effectLst/>
              </a:rPr>
              <a:t>Lorem ipsum </a:t>
            </a:r>
            <a:r>
              <a:rPr lang="en-GB" err="1">
                <a:effectLst/>
              </a:rPr>
              <a:t>dolor</a:t>
            </a:r>
            <a:r>
              <a:rPr lang="en-GB">
                <a:effectLst/>
              </a:rPr>
              <a:t> sit </a:t>
            </a:r>
            <a:r>
              <a:rPr lang="en-GB" err="1">
                <a:effectLst/>
              </a:rPr>
              <a:t>amet</a:t>
            </a:r>
            <a:r>
              <a:rPr lang="en-GB">
                <a:effectLst/>
              </a:rPr>
              <a:t>, </a:t>
            </a:r>
            <a:r>
              <a:rPr lang="en-GB" err="1">
                <a:effectLst/>
              </a:rPr>
              <a:t>consectetur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adipiscing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elit</a:t>
            </a:r>
            <a:r>
              <a:rPr lang="en-GB">
                <a:effectLst/>
              </a:rPr>
              <a:t>. </a:t>
            </a:r>
            <a:r>
              <a:rPr lang="en-GB" err="1">
                <a:effectLst/>
              </a:rPr>
              <a:t>Sed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hendrerit</a:t>
            </a:r>
            <a:r>
              <a:rPr lang="en-GB">
                <a:effectLst/>
              </a:rPr>
              <a:t> semper </a:t>
            </a:r>
            <a:r>
              <a:rPr lang="en-GB" err="1">
                <a:effectLst/>
              </a:rPr>
              <a:t>leo</a:t>
            </a:r>
            <a:r>
              <a:rPr lang="en-GB">
                <a:effectLst/>
              </a:rPr>
              <a:t>, </a:t>
            </a:r>
            <a:r>
              <a:rPr lang="en-GB" err="1">
                <a:effectLst/>
              </a:rPr>
              <a:t>nec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accumsan</a:t>
            </a:r>
            <a:r>
              <a:rPr lang="en-GB">
                <a:effectLst/>
              </a:rPr>
              <a:t> nisi </a:t>
            </a:r>
            <a:r>
              <a:rPr lang="en-GB" err="1">
                <a:effectLst/>
              </a:rPr>
              <a:t>finibus</a:t>
            </a:r>
            <a:r>
              <a:rPr lang="en-GB">
                <a:effectLst/>
              </a:rPr>
              <a:t> vel. Ut </a:t>
            </a:r>
            <a:r>
              <a:rPr lang="en-GB" err="1">
                <a:effectLst/>
              </a:rPr>
              <a:t>sodales</a:t>
            </a:r>
            <a:r>
              <a:rPr lang="en-GB">
                <a:effectLst/>
              </a:rPr>
              <a:t>, dui </a:t>
            </a:r>
            <a:r>
              <a:rPr lang="en-GB" err="1">
                <a:effectLst/>
              </a:rPr>
              <a:t>vel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vulputate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vehicula</a:t>
            </a:r>
            <a:r>
              <a:rPr lang="en-GB">
                <a:effectLst/>
              </a:rPr>
              <a:t>, </a:t>
            </a:r>
            <a:r>
              <a:rPr lang="en-GB" err="1">
                <a:effectLst/>
              </a:rPr>
              <a:t>arcu</a:t>
            </a:r>
            <a:r>
              <a:rPr lang="en-GB">
                <a:effectLst/>
              </a:rPr>
              <a:t> nisi </a:t>
            </a:r>
            <a:r>
              <a:rPr lang="en-GB" err="1">
                <a:effectLst/>
              </a:rPr>
              <a:t>suscipit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justo</a:t>
            </a:r>
            <a:r>
              <a:rPr lang="en-GB">
                <a:effectLst/>
              </a:rPr>
              <a:t>, ac </a:t>
            </a:r>
            <a:r>
              <a:rPr lang="en-GB" err="1">
                <a:effectLst/>
              </a:rPr>
              <a:t>tincidunt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dolor</a:t>
            </a:r>
            <a:r>
              <a:rPr lang="en-GB">
                <a:effectLst/>
              </a:rPr>
              <a:t> dui a </a:t>
            </a:r>
            <a:r>
              <a:rPr lang="en-GB" err="1">
                <a:effectLst/>
              </a:rPr>
              <a:t>purus</a:t>
            </a:r>
            <a:r>
              <a:rPr lang="en-GB">
                <a:effectLst/>
              </a:rPr>
              <a:t>. Maecenas auctor </a:t>
            </a:r>
            <a:r>
              <a:rPr lang="en-GB" err="1">
                <a:effectLst/>
              </a:rPr>
              <a:t>tincidunt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quam</a:t>
            </a:r>
            <a:r>
              <a:rPr lang="en-GB">
                <a:effectLst/>
              </a:rPr>
              <a:t>, ac </a:t>
            </a:r>
            <a:r>
              <a:rPr lang="en-GB" err="1">
                <a:effectLst/>
              </a:rPr>
              <a:t>facilisis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purus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efficitur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ut.</a:t>
            </a:r>
            <a:r>
              <a:rPr lang="en-GB">
                <a:effectLst/>
              </a:rPr>
              <a:t> Integer ac </a:t>
            </a:r>
            <a:r>
              <a:rPr lang="en-GB" err="1">
                <a:effectLst/>
              </a:rPr>
              <a:t>tortor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eu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velit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interdum</a:t>
            </a:r>
            <a:r>
              <a:rPr lang="en-GB">
                <a:effectLst/>
              </a:rPr>
              <a:t> lacinia et sit.</a:t>
            </a:r>
          </a:p>
          <a:p>
            <a:pPr lvl="0"/>
            <a:r>
              <a:rPr lang="en-GB" err="1">
                <a:effectLst/>
              </a:rPr>
              <a:t>Vivamus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nec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lectus</a:t>
            </a:r>
            <a:r>
              <a:rPr lang="en-GB">
                <a:effectLst/>
              </a:rPr>
              <a:t> id </a:t>
            </a:r>
            <a:r>
              <a:rPr lang="en-GB" err="1">
                <a:effectLst/>
              </a:rPr>
              <a:t>justo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consequat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ultricies</a:t>
            </a:r>
            <a:r>
              <a:rPr lang="en-GB">
                <a:effectLst/>
              </a:rPr>
              <a:t>. In hac </a:t>
            </a:r>
            <a:r>
              <a:rPr lang="en-GB" err="1">
                <a:effectLst/>
              </a:rPr>
              <a:t>habitasse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platea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dictumst</a:t>
            </a:r>
            <a:r>
              <a:rPr lang="en-GB">
                <a:effectLst/>
              </a:rPr>
              <a:t>. </a:t>
            </a:r>
            <a:r>
              <a:rPr lang="en-GB" err="1">
                <a:effectLst/>
              </a:rPr>
              <a:t>Fusce</a:t>
            </a:r>
            <a:r>
              <a:rPr lang="en-GB">
                <a:effectLst/>
              </a:rPr>
              <a:t> vestibulum libero at nisi </a:t>
            </a:r>
            <a:r>
              <a:rPr lang="en-GB" err="1">
                <a:effectLst/>
              </a:rPr>
              <a:t>ullamcorper</a:t>
            </a:r>
            <a:r>
              <a:rPr lang="en-GB">
                <a:effectLst/>
              </a:rPr>
              <a:t>, a </a:t>
            </a:r>
            <a:r>
              <a:rPr lang="en-GB" err="1">
                <a:effectLst/>
              </a:rPr>
              <a:t>dapibus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lectus</a:t>
            </a:r>
            <a:r>
              <a:rPr lang="en-GB">
                <a:effectLst/>
              </a:rPr>
              <a:t> gravida. </a:t>
            </a:r>
            <a:r>
              <a:rPr lang="en-GB" err="1">
                <a:effectLst/>
              </a:rPr>
              <a:t>Sed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sodales</a:t>
            </a:r>
            <a:r>
              <a:rPr lang="en-GB">
                <a:effectLst/>
              </a:rPr>
              <a:t>, </a:t>
            </a:r>
            <a:r>
              <a:rPr lang="en-GB" err="1">
                <a:effectLst/>
              </a:rPr>
              <a:t>purus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nec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aliquet</a:t>
            </a:r>
            <a:r>
              <a:rPr lang="en-GB">
                <a:effectLst/>
              </a:rPr>
              <a:t> fermentum. </a:t>
            </a:r>
            <a:r>
              <a:rPr lang="en-GB" err="1">
                <a:effectLst/>
              </a:rPr>
              <a:t>Sed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sodales</a:t>
            </a:r>
            <a:r>
              <a:rPr lang="en-GB">
                <a:effectLst/>
              </a:rPr>
              <a:t>, </a:t>
            </a:r>
            <a:r>
              <a:rPr lang="en-GB" err="1">
                <a:effectLst/>
              </a:rPr>
              <a:t>purus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nec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aliquet</a:t>
            </a:r>
            <a:r>
              <a:rPr lang="en-GB">
                <a:effectLst/>
              </a:rPr>
              <a:t> fermentum. </a:t>
            </a:r>
            <a:r>
              <a:rPr lang="en-GB" err="1">
                <a:effectLst/>
              </a:rPr>
              <a:t>Sed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sodales</a:t>
            </a:r>
            <a:r>
              <a:rPr lang="en-GB">
                <a:effectLst/>
              </a:rPr>
              <a:t>, </a:t>
            </a:r>
            <a:r>
              <a:rPr lang="en-GB" err="1">
                <a:effectLst/>
              </a:rPr>
              <a:t>purus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nec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aliquet</a:t>
            </a:r>
            <a:r>
              <a:rPr lang="en-GB">
                <a:effectLst/>
              </a:rPr>
              <a:t> fermentum.</a:t>
            </a:r>
            <a:endParaRPr lang="en-GB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7467C051-90C9-9760-EE5C-F113B036F2C9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749622" y="1113167"/>
            <a:ext cx="5442377" cy="5671202"/>
          </a:xfrm>
          <a:custGeom>
            <a:avLst/>
            <a:gdLst>
              <a:gd name="connsiteX0" fmla="*/ 5442377 w 5442377"/>
              <a:gd name="connsiteY0" fmla="*/ 0 h 5671202"/>
              <a:gd name="connsiteX1" fmla="*/ 5442377 w 5442377"/>
              <a:gd name="connsiteY1" fmla="*/ 171263 h 5671202"/>
              <a:gd name="connsiteX2" fmla="*/ 5442377 w 5442377"/>
              <a:gd name="connsiteY2" fmla="*/ 826186 h 5671202"/>
              <a:gd name="connsiteX3" fmla="*/ 5442377 w 5442377"/>
              <a:gd name="connsiteY3" fmla="*/ 5378671 h 5671202"/>
              <a:gd name="connsiteX4" fmla="*/ 5442377 w 5442377"/>
              <a:gd name="connsiteY4" fmla="*/ 5671202 h 5671202"/>
              <a:gd name="connsiteX5" fmla="*/ 0 w 5442377"/>
              <a:gd name="connsiteY5" fmla="*/ 5671202 h 5671202"/>
              <a:gd name="connsiteX6" fmla="*/ 5442377 w 5442377"/>
              <a:gd name="connsiteY6" fmla="*/ 0 h 56712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442377" h="5671202">
                <a:moveTo>
                  <a:pt x="5442377" y="0"/>
                </a:moveTo>
                <a:lnTo>
                  <a:pt x="5442377" y="171263"/>
                </a:lnTo>
                <a:lnTo>
                  <a:pt x="5442377" y="826186"/>
                </a:lnTo>
                <a:lnTo>
                  <a:pt x="5442377" y="5378671"/>
                </a:lnTo>
                <a:lnTo>
                  <a:pt x="5442377" y="5671202"/>
                </a:lnTo>
                <a:lnTo>
                  <a:pt x="0" y="5671202"/>
                </a:lnTo>
                <a:cubicBezTo>
                  <a:pt x="0" y="2508950"/>
                  <a:pt x="2639608" y="96819"/>
                  <a:pt x="5442377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370930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Image (Resizabl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1BB6A3-1C35-01F1-0B0C-D49BFAAE148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3695" y="534458"/>
            <a:ext cx="10515600" cy="1325563"/>
          </a:xfrm>
        </p:spPr>
        <p:txBody>
          <a:bodyPr/>
          <a:lstStyle/>
          <a:p>
            <a:r>
              <a:rPr lang="en-GB"/>
              <a:t>Example title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2FFEDA0-53F9-4B0B-3B52-79E81241B84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70471" y="1839702"/>
            <a:ext cx="5533440" cy="4279900"/>
          </a:xfrm>
        </p:spPr>
        <p:txBody>
          <a:bodyPr>
            <a:noAutofit/>
          </a:bodyPr>
          <a:lstStyle>
            <a:lvl1pPr marL="0" indent="0">
              <a:lnSpc>
                <a:spcPts val="2700"/>
              </a:lnSpc>
              <a:buNone/>
              <a:defRPr sz="1800"/>
            </a:lvl1pPr>
          </a:lstStyle>
          <a:p>
            <a:pPr lvl="0"/>
            <a:r>
              <a:rPr lang="en-GB">
                <a:effectLst/>
              </a:rPr>
              <a:t>Lorem ipsum </a:t>
            </a:r>
            <a:r>
              <a:rPr lang="en-GB" err="1">
                <a:effectLst/>
              </a:rPr>
              <a:t>dolor</a:t>
            </a:r>
            <a:r>
              <a:rPr lang="en-GB">
                <a:effectLst/>
              </a:rPr>
              <a:t> sit </a:t>
            </a:r>
            <a:r>
              <a:rPr lang="en-GB" err="1">
                <a:effectLst/>
              </a:rPr>
              <a:t>amet</a:t>
            </a:r>
            <a:r>
              <a:rPr lang="en-GB">
                <a:effectLst/>
              </a:rPr>
              <a:t>, </a:t>
            </a:r>
            <a:r>
              <a:rPr lang="en-GB" err="1">
                <a:effectLst/>
              </a:rPr>
              <a:t>consectetur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adipiscing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elit</a:t>
            </a:r>
            <a:r>
              <a:rPr lang="en-GB">
                <a:effectLst/>
              </a:rPr>
              <a:t>. </a:t>
            </a:r>
            <a:r>
              <a:rPr lang="en-GB" err="1">
                <a:effectLst/>
              </a:rPr>
              <a:t>Sed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hendrerit</a:t>
            </a:r>
            <a:r>
              <a:rPr lang="en-GB">
                <a:effectLst/>
              </a:rPr>
              <a:t> semper </a:t>
            </a:r>
            <a:r>
              <a:rPr lang="en-GB" err="1">
                <a:effectLst/>
              </a:rPr>
              <a:t>leo</a:t>
            </a:r>
            <a:r>
              <a:rPr lang="en-GB">
                <a:effectLst/>
              </a:rPr>
              <a:t>, </a:t>
            </a:r>
            <a:r>
              <a:rPr lang="en-GB" err="1">
                <a:effectLst/>
              </a:rPr>
              <a:t>nec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accumsan</a:t>
            </a:r>
            <a:r>
              <a:rPr lang="en-GB">
                <a:effectLst/>
              </a:rPr>
              <a:t> nisi </a:t>
            </a:r>
            <a:r>
              <a:rPr lang="en-GB" err="1">
                <a:effectLst/>
              </a:rPr>
              <a:t>finibus</a:t>
            </a:r>
            <a:r>
              <a:rPr lang="en-GB">
                <a:effectLst/>
              </a:rPr>
              <a:t> vel. Ut </a:t>
            </a:r>
            <a:r>
              <a:rPr lang="en-GB" err="1">
                <a:effectLst/>
              </a:rPr>
              <a:t>sodales</a:t>
            </a:r>
            <a:r>
              <a:rPr lang="en-GB">
                <a:effectLst/>
              </a:rPr>
              <a:t>, dui </a:t>
            </a:r>
            <a:r>
              <a:rPr lang="en-GB" err="1">
                <a:effectLst/>
              </a:rPr>
              <a:t>vel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vulputate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vehicula</a:t>
            </a:r>
            <a:r>
              <a:rPr lang="en-GB">
                <a:effectLst/>
              </a:rPr>
              <a:t>, </a:t>
            </a:r>
            <a:r>
              <a:rPr lang="en-GB" err="1">
                <a:effectLst/>
              </a:rPr>
              <a:t>arcu</a:t>
            </a:r>
            <a:r>
              <a:rPr lang="en-GB">
                <a:effectLst/>
              </a:rPr>
              <a:t> nisi </a:t>
            </a:r>
            <a:r>
              <a:rPr lang="en-GB" err="1">
                <a:effectLst/>
              </a:rPr>
              <a:t>suscipit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justo</a:t>
            </a:r>
            <a:r>
              <a:rPr lang="en-GB">
                <a:effectLst/>
              </a:rPr>
              <a:t>, ac </a:t>
            </a:r>
            <a:r>
              <a:rPr lang="en-GB" err="1">
                <a:effectLst/>
              </a:rPr>
              <a:t>tincidunt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dolor</a:t>
            </a:r>
            <a:r>
              <a:rPr lang="en-GB">
                <a:effectLst/>
              </a:rPr>
              <a:t> dui a </a:t>
            </a:r>
            <a:r>
              <a:rPr lang="en-GB" err="1">
                <a:effectLst/>
              </a:rPr>
              <a:t>purus</a:t>
            </a:r>
            <a:r>
              <a:rPr lang="en-GB">
                <a:effectLst/>
              </a:rPr>
              <a:t>. Maecenas auctor </a:t>
            </a:r>
            <a:r>
              <a:rPr lang="en-GB" err="1">
                <a:effectLst/>
              </a:rPr>
              <a:t>tincidunt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quam</a:t>
            </a:r>
            <a:r>
              <a:rPr lang="en-GB">
                <a:effectLst/>
              </a:rPr>
              <a:t>, ac </a:t>
            </a:r>
            <a:r>
              <a:rPr lang="en-GB" err="1">
                <a:effectLst/>
              </a:rPr>
              <a:t>facilisis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purus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efficitur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ut.</a:t>
            </a:r>
            <a:r>
              <a:rPr lang="en-GB">
                <a:effectLst/>
              </a:rPr>
              <a:t> Integer ac </a:t>
            </a:r>
            <a:r>
              <a:rPr lang="en-GB" err="1">
                <a:effectLst/>
              </a:rPr>
              <a:t>tortor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eu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velit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interdum</a:t>
            </a:r>
            <a:r>
              <a:rPr lang="en-GB">
                <a:effectLst/>
              </a:rPr>
              <a:t> lacinia et sit.</a:t>
            </a:r>
          </a:p>
          <a:p>
            <a:pPr lvl="0"/>
            <a:r>
              <a:rPr lang="en-GB" err="1">
                <a:effectLst/>
              </a:rPr>
              <a:t>Vivamus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nec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lectus</a:t>
            </a:r>
            <a:r>
              <a:rPr lang="en-GB">
                <a:effectLst/>
              </a:rPr>
              <a:t> id </a:t>
            </a:r>
            <a:r>
              <a:rPr lang="en-GB" err="1">
                <a:effectLst/>
              </a:rPr>
              <a:t>justo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consequat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ultricies</a:t>
            </a:r>
            <a:r>
              <a:rPr lang="en-GB">
                <a:effectLst/>
              </a:rPr>
              <a:t>. In hac </a:t>
            </a:r>
            <a:r>
              <a:rPr lang="en-GB" err="1">
                <a:effectLst/>
              </a:rPr>
              <a:t>habitasse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platea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dictumst</a:t>
            </a:r>
            <a:r>
              <a:rPr lang="en-GB">
                <a:effectLst/>
              </a:rPr>
              <a:t>. </a:t>
            </a:r>
            <a:r>
              <a:rPr lang="en-GB" err="1">
                <a:effectLst/>
              </a:rPr>
              <a:t>Fusce</a:t>
            </a:r>
            <a:r>
              <a:rPr lang="en-GB">
                <a:effectLst/>
              </a:rPr>
              <a:t> vestibulum libero at nisi </a:t>
            </a:r>
            <a:r>
              <a:rPr lang="en-GB" err="1">
                <a:effectLst/>
              </a:rPr>
              <a:t>ullamcorper</a:t>
            </a:r>
            <a:r>
              <a:rPr lang="en-GB">
                <a:effectLst/>
              </a:rPr>
              <a:t>, a </a:t>
            </a:r>
            <a:r>
              <a:rPr lang="en-GB" err="1">
                <a:effectLst/>
              </a:rPr>
              <a:t>dapibus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lectus</a:t>
            </a:r>
            <a:r>
              <a:rPr lang="en-GB">
                <a:effectLst/>
              </a:rPr>
              <a:t> gravida. </a:t>
            </a:r>
            <a:r>
              <a:rPr lang="en-GB" err="1">
                <a:effectLst/>
              </a:rPr>
              <a:t>Sed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sodales</a:t>
            </a:r>
            <a:r>
              <a:rPr lang="en-GB">
                <a:effectLst/>
              </a:rPr>
              <a:t>, </a:t>
            </a:r>
            <a:r>
              <a:rPr lang="en-GB" err="1">
                <a:effectLst/>
              </a:rPr>
              <a:t>purus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nec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aliquet</a:t>
            </a:r>
            <a:r>
              <a:rPr lang="en-GB">
                <a:effectLst/>
              </a:rPr>
              <a:t> fermentum. </a:t>
            </a:r>
            <a:r>
              <a:rPr lang="en-GB" err="1">
                <a:effectLst/>
              </a:rPr>
              <a:t>Sed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sodales</a:t>
            </a:r>
            <a:r>
              <a:rPr lang="en-GB">
                <a:effectLst/>
              </a:rPr>
              <a:t>, </a:t>
            </a:r>
            <a:r>
              <a:rPr lang="en-GB" err="1">
                <a:effectLst/>
              </a:rPr>
              <a:t>purus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nec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aliquet</a:t>
            </a:r>
            <a:r>
              <a:rPr lang="en-GB">
                <a:effectLst/>
              </a:rPr>
              <a:t> fermentum. </a:t>
            </a:r>
            <a:r>
              <a:rPr lang="en-GB" err="1">
                <a:effectLst/>
              </a:rPr>
              <a:t>Sed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sodales</a:t>
            </a:r>
            <a:r>
              <a:rPr lang="en-GB">
                <a:effectLst/>
              </a:rPr>
              <a:t>, </a:t>
            </a:r>
            <a:r>
              <a:rPr lang="en-GB" err="1">
                <a:effectLst/>
              </a:rPr>
              <a:t>purus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nec</a:t>
            </a:r>
            <a:r>
              <a:rPr lang="en-GB">
                <a:effectLst/>
              </a:rPr>
              <a:t> fermentum.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5264CEED-5AE5-5967-EA26-D37F006632C3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649082" y="1792465"/>
            <a:ext cx="5007932" cy="4384497"/>
          </a:xfrm>
          <a:prstGeom prst="roundRect">
            <a:avLst>
              <a:gd name="adj" fmla="val 5851"/>
            </a:avLst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244279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1BB6A3-1C35-01F1-0B0C-D49BFAAE148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3695" y="534458"/>
            <a:ext cx="10515600" cy="1325563"/>
          </a:xfrm>
        </p:spPr>
        <p:txBody>
          <a:bodyPr/>
          <a:lstStyle/>
          <a:p>
            <a:r>
              <a:rPr lang="en-GB"/>
              <a:t>Example title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2FFEDA0-53F9-4B0B-3B52-79E81241B84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63695" y="1826156"/>
            <a:ext cx="8089052" cy="4279900"/>
          </a:xfrm>
        </p:spPr>
        <p:txBody>
          <a:bodyPr>
            <a:noAutofit/>
          </a:bodyPr>
          <a:lstStyle>
            <a:lvl1pPr marL="342900" indent="-342900">
              <a:lnSpc>
                <a:spcPts val="2700"/>
              </a:lnSpc>
              <a:spcAft>
                <a:spcPts val="1400"/>
              </a:spcAft>
              <a:buFont typeface="Arial" panose="020B0604020202020204" pitchFamily="34" charset="0"/>
              <a:buChar char="•"/>
              <a:defRPr sz="1800" spc="0" baseline="0"/>
            </a:lvl1pPr>
          </a:lstStyle>
          <a:p>
            <a:pPr lvl="0"/>
            <a:r>
              <a:rPr lang="en-GB">
                <a:effectLst/>
              </a:rPr>
              <a:t>Lorem ipsum </a:t>
            </a:r>
            <a:r>
              <a:rPr lang="en-GB" err="1">
                <a:effectLst/>
              </a:rPr>
              <a:t>dolor</a:t>
            </a:r>
            <a:r>
              <a:rPr lang="en-GB">
                <a:effectLst/>
              </a:rPr>
              <a:t> sit </a:t>
            </a:r>
            <a:r>
              <a:rPr lang="en-GB" err="1">
                <a:effectLst/>
              </a:rPr>
              <a:t>amet</a:t>
            </a:r>
            <a:r>
              <a:rPr lang="en-GB">
                <a:effectLst/>
              </a:rPr>
              <a:t>, </a:t>
            </a:r>
            <a:r>
              <a:rPr lang="en-GB" err="1">
                <a:effectLst/>
              </a:rPr>
              <a:t>consectetur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adipiscing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elit</a:t>
            </a:r>
            <a:r>
              <a:rPr lang="en-GB">
                <a:effectLst/>
              </a:rPr>
              <a:t>. </a:t>
            </a:r>
            <a:r>
              <a:rPr lang="en-GB" err="1">
                <a:effectLst/>
              </a:rPr>
              <a:t>Sed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hendrerit</a:t>
            </a:r>
            <a:r>
              <a:rPr lang="en-GB">
                <a:effectLst/>
              </a:rPr>
              <a:t> semper </a:t>
            </a:r>
            <a:r>
              <a:rPr lang="en-GB" err="1">
                <a:effectLst/>
              </a:rPr>
              <a:t>leo</a:t>
            </a:r>
            <a:r>
              <a:rPr lang="en-GB">
                <a:effectLst/>
              </a:rPr>
              <a:t>, </a:t>
            </a:r>
            <a:r>
              <a:rPr lang="en-GB" err="1">
                <a:effectLst/>
              </a:rPr>
              <a:t>nec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accumsan</a:t>
            </a:r>
            <a:r>
              <a:rPr lang="en-GB">
                <a:effectLst/>
              </a:rPr>
              <a:t> nisi </a:t>
            </a:r>
            <a:r>
              <a:rPr lang="en-GB" err="1">
                <a:effectLst/>
              </a:rPr>
              <a:t>finibus</a:t>
            </a:r>
            <a:r>
              <a:rPr lang="en-GB">
                <a:effectLst/>
              </a:rPr>
              <a:t> vel. Ut </a:t>
            </a:r>
            <a:r>
              <a:rPr lang="en-GB" err="1">
                <a:effectLst/>
              </a:rPr>
              <a:t>sodales</a:t>
            </a:r>
            <a:r>
              <a:rPr lang="en-GB">
                <a:effectLst/>
              </a:rPr>
              <a:t>, dui </a:t>
            </a:r>
            <a:r>
              <a:rPr lang="en-GB" err="1">
                <a:effectLst/>
              </a:rPr>
              <a:t>vel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vulputate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vehicula</a:t>
            </a:r>
            <a:r>
              <a:rPr lang="en-GB">
                <a:effectLst/>
              </a:rPr>
              <a:t>.</a:t>
            </a:r>
          </a:p>
          <a:p>
            <a:pPr lvl="0"/>
            <a:r>
              <a:rPr lang="en-GB" err="1">
                <a:effectLst/>
              </a:rPr>
              <a:t>Vivamus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nec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lectus</a:t>
            </a:r>
            <a:r>
              <a:rPr lang="en-GB">
                <a:effectLst/>
              </a:rPr>
              <a:t> id </a:t>
            </a:r>
            <a:r>
              <a:rPr lang="en-GB" err="1">
                <a:effectLst/>
              </a:rPr>
              <a:t>justo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consequat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ultricies</a:t>
            </a:r>
            <a:r>
              <a:rPr lang="en-GB">
                <a:effectLst/>
              </a:rPr>
              <a:t>. In hac </a:t>
            </a:r>
            <a:r>
              <a:rPr lang="en-GB" err="1">
                <a:effectLst/>
              </a:rPr>
              <a:t>habitasse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platea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dictumst</a:t>
            </a:r>
            <a:r>
              <a:rPr lang="en-GB">
                <a:effectLst/>
              </a:rPr>
              <a:t>. </a:t>
            </a:r>
            <a:r>
              <a:rPr lang="en-GB" err="1">
                <a:effectLst/>
              </a:rPr>
              <a:t>Fusce</a:t>
            </a:r>
            <a:r>
              <a:rPr lang="en-GB">
                <a:effectLst/>
              </a:rPr>
              <a:t> vestibulum libero at nisi </a:t>
            </a:r>
            <a:r>
              <a:rPr lang="en-GB" err="1">
                <a:effectLst/>
              </a:rPr>
              <a:t>ullamcorper</a:t>
            </a:r>
            <a:r>
              <a:rPr lang="en-GB">
                <a:effectLst/>
              </a:rPr>
              <a:t>, a </a:t>
            </a:r>
            <a:r>
              <a:rPr lang="en-GB" err="1">
                <a:effectLst/>
              </a:rPr>
              <a:t>dapibus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lectus</a:t>
            </a:r>
            <a:r>
              <a:rPr lang="en-GB">
                <a:effectLst/>
              </a:rPr>
              <a:t> gravida. </a:t>
            </a:r>
            <a:r>
              <a:rPr lang="en-GB" err="1">
                <a:effectLst/>
              </a:rPr>
              <a:t>Sed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sodales</a:t>
            </a:r>
            <a:r>
              <a:rPr lang="en-GB">
                <a:effectLst/>
              </a:rPr>
              <a:t>, </a:t>
            </a:r>
            <a:r>
              <a:rPr lang="en-GB" err="1">
                <a:effectLst/>
              </a:rPr>
              <a:t>purus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nec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aliquet</a:t>
            </a:r>
            <a:r>
              <a:rPr lang="en-GB">
                <a:effectLst/>
              </a:rPr>
              <a:t> fermentum.</a:t>
            </a:r>
          </a:p>
          <a:p>
            <a:pPr lvl="0"/>
            <a:r>
              <a:rPr lang="en-GB" err="1">
                <a:effectLst/>
              </a:rPr>
              <a:t>Velit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justo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ultrices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velit</a:t>
            </a:r>
            <a:r>
              <a:rPr lang="en-GB">
                <a:effectLst/>
              </a:rPr>
              <a:t>, sit </a:t>
            </a:r>
            <a:r>
              <a:rPr lang="en-GB" err="1">
                <a:effectLst/>
              </a:rPr>
              <a:t>amet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finibus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tortor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elit</a:t>
            </a:r>
            <a:r>
              <a:rPr lang="en-GB">
                <a:effectLst/>
              </a:rPr>
              <a:t> sit </a:t>
            </a:r>
            <a:r>
              <a:rPr lang="en-GB" err="1">
                <a:effectLst/>
              </a:rPr>
              <a:t>amet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augue</a:t>
            </a:r>
            <a:r>
              <a:rPr lang="en-GB">
                <a:effectLst/>
              </a:rPr>
              <a:t>. </a:t>
            </a:r>
            <a:r>
              <a:rPr lang="en-GB" err="1">
                <a:effectLst/>
              </a:rPr>
              <a:t>Quisque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euismod</a:t>
            </a:r>
            <a:r>
              <a:rPr lang="en-GB">
                <a:effectLst/>
              </a:rPr>
              <a:t> auctor nisi, et </a:t>
            </a:r>
            <a:r>
              <a:rPr lang="en-GB" err="1">
                <a:effectLst/>
              </a:rPr>
              <a:t>tristique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elit</a:t>
            </a:r>
            <a:r>
              <a:rPr lang="en-GB">
                <a:effectLst/>
              </a:rPr>
              <a:t> cursus vitae. </a:t>
            </a:r>
            <a:r>
              <a:rPr lang="en-GB" err="1">
                <a:effectLst/>
              </a:rPr>
              <a:t>Nulla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facilisi</a:t>
            </a:r>
            <a:r>
              <a:rPr lang="en-GB">
                <a:effectLst/>
              </a:rPr>
              <a:t>. </a:t>
            </a:r>
            <a:r>
              <a:rPr lang="en-GB" err="1">
                <a:effectLst/>
              </a:rPr>
              <a:t>Curabitur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tincid</a:t>
            </a:r>
            <a:r>
              <a:rPr lang="en-GB">
                <a:effectLst/>
              </a:rPr>
              <a:t>. </a:t>
            </a:r>
          </a:p>
          <a:p>
            <a:pPr lvl="0"/>
            <a:r>
              <a:rPr lang="en-GB" err="1">
                <a:effectLst/>
              </a:rPr>
              <a:t>Velit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justo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ultrices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velit</a:t>
            </a:r>
            <a:r>
              <a:rPr lang="en-GB">
                <a:effectLst/>
              </a:rPr>
              <a:t>, sit </a:t>
            </a:r>
            <a:r>
              <a:rPr lang="en-GB" err="1">
                <a:effectLst/>
              </a:rPr>
              <a:t>amet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finibus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tortor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elit</a:t>
            </a:r>
            <a:r>
              <a:rPr lang="en-GB">
                <a:effectLst/>
              </a:rPr>
              <a:t> sit </a:t>
            </a:r>
            <a:r>
              <a:rPr lang="en-GB" err="1">
                <a:effectLst/>
              </a:rPr>
              <a:t>amet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augue</a:t>
            </a:r>
            <a:r>
              <a:rPr lang="en-GB">
                <a:effectLst/>
              </a:rPr>
              <a:t>. </a:t>
            </a:r>
            <a:r>
              <a:rPr lang="en-GB" err="1">
                <a:effectLst/>
              </a:rPr>
              <a:t>Quisque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euismod</a:t>
            </a:r>
            <a:r>
              <a:rPr lang="en-GB">
                <a:effectLst/>
              </a:rPr>
              <a:t> auctor nisi, et </a:t>
            </a:r>
            <a:r>
              <a:rPr lang="en-GB" err="1">
                <a:effectLst/>
              </a:rPr>
              <a:t>tristique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elit</a:t>
            </a:r>
            <a:r>
              <a:rPr lang="en-GB">
                <a:effectLst/>
              </a:rPr>
              <a:t> cursus vitae. </a:t>
            </a:r>
            <a:r>
              <a:rPr lang="en-GB" err="1">
                <a:effectLst/>
              </a:rPr>
              <a:t>Nulla</a:t>
            </a:r>
            <a:r>
              <a:rPr lang="en-GB">
                <a:effectLst/>
              </a:rPr>
              <a:t> </a:t>
            </a:r>
            <a:r>
              <a:rPr lang="en-GB" err="1">
                <a:effectLst/>
              </a:rPr>
              <a:t>facilisi</a:t>
            </a:r>
            <a:r>
              <a:rPr lang="en-GB">
                <a:effectLst/>
              </a:rPr>
              <a:t>. </a:t>
            </a:r>
            <a:endParaRPr lang="en-GB"/>
          </a:p>
        </p:txBody>
      </p:sp>
      <p:sp>
        <p:nvSpPr>
          <p:cNvPr id="9" name="Slide Number Placeholder 14">
            <a:extLst>
              <a:ext uri="{FF2B5EF4-FFF2-40B4-BE49-F238E27FC236}">
                <a16:creationId xmlns:a16="http://schemas.microsoft.com/office/drawing/2014/main" id="{341BF005-F903-11D4-6C87-E29CE2F2DE7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17696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10390E37-E81B-D94E-8F4C-F7866DC26FF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0141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4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slideLayout" Target="../slideLayouts/slideLayout6.xml"/><Relationship Id="rId1" Type="http://schemas.openxmlformats.org/officeDocument/2006/relationships/slideLayout" Target="../slideLayouts/slideLayout5.xml"/><Relationship Id="rId5" Type="http://schemas.openxmlformats.org/officeDocument/2006/relationships/theme" Target="../theme/theme3.xml"/><Relationship Id="rId4" Type="http://schemas.openxmlformats.org/officeDocument/2006/relationships/slideLayout" Target="../slideLayouts/slideLayout8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theme" Target="../theme/theme4.xml"/><Relationship Id="rId3" Type="http://schemas.openxmlformats.org/officeDocument/2006/relationships/slideLayout" Target="../slideLayouts/slideLayout11.xml"/><Relationship Id="rId7" Type="http://schemas.openxmlformats.org/officeDocument/2006/relationships/slideLayout" Target="../slideLayouts/slideLayout15.xml"/><Relationship Id="rId2" Type="http://schemas.openxmlformats.org/officeDocument/2006/relationships/slideLayout" Target="../slideLayouts/slideLayout10.xml"/><Relationship Id="rId1" Type="http://schemas.openxmlformats.org/officeDocument/2006/relationships/slideLayout" Target="../slideLayouts/slideLayout9.xml"/><Relationship Id="rId6" Type="http://schemas.openxmlformats.org/officeDocument/2006/relationships/slideLayout" Target="../slideLayouts/slideLayout14.xml"/><Relationship Id="rId5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2.xml"/><Relationship Id="rId9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896EF01-5704-4466-6369-6BEBFD6D73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77AF55-16A8-2519-1E27-F917A7CAB1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Subheading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F10C2ED-582C-7DEA-FFF0-044A9E078165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6771143"/>
            <a:ext cx="12192000" cy="86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70338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77" r:id="rId2"/>
    <p:sldLayoutId id="2147483686" r:id="rId3"/>
  </p:sldLayoutIdLst>
  <p:hf sldNum="0" hdr="0" ftr="0" dt="0"/>
  <p:txStyles>
    <p:titleStyle>
      <a:lvl1pPr algn="l" defTabSz="914400" rtl="0" eaLnBrk="1" latinLnBrk="0" hangingPunct="1">
        <a:lnSpc>
          <a:spcPts val="5400"/>
        </a:lnSpc>
        <a:spcBef>
          <a:spcPct val="0"/>
        </a:spcBef>
        <a:buNone/>
        <a:defRPr sz="5800" b="1" i="0" kern="1200" spc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ts val="2860"/>
        </a:lnSpc>
        <a:spcBef>
          <a:spcPts val="1000"/>
        </a:spcBef>
        <a:buFont typeface="Arial" panose="020B0604020202020204" pitchFamily="34" charset="0"/>
        <a:buChar char="•"/>
        <a:defRPr sz="2800" b="1" i="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896EF01-5704-4466-6369-6BEBFD6D73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77AF55-16A8-2519-1E27-F917A7CAB1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Subheading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E6329B7-E0A2-898D-79A5-11439A1599C4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6771143"/>
            <a:ext cx="12192000" cy="86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19391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</p:sldLayoutIdLst>
  <p:hf sldNum="0" hdr="0" ftr="0" dt="0"/>
  <p:txStyles>
    <p:titleStyle>
      <a:lvl1pPr algn="l" defTabSz="914400" rtl="0" eaLnBrk="1" latinLnBrk="0" hangingPunct="1">
        <a:lnSpc>
          <a:spcPts val="5400"/>
        </a:lnSpc>
        <a:spcBef>
          <a:spcPct val="0"/>
        </a:spcBef>
        <a:buNone/>
        <a:defRPr sz="5800" b="1" i="0" kern="1200" spc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ts val="2860"/>
        </a:lnSpc>
        <a:spcBef>
          <a:spcPts val="1000"/>
        </a:spcBef>
        <a:buFont typeface="Arial" panose="020B0604020202020204" pitchFamily="34" charset="0"/>
        <a:buChar char="•"/>
        <a:defRPr sz="2800" b="1" i="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896EF01-5704-4466-6369-6BEBFD6D73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77AF55-16A8-2519-1E27-F917A7CAB1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Subheading</a:t>
            </a:r>
          </a:p>
        </p:txBody>
      </p:sp>
    </p:spTree>
    <p:extLst>
      <p:ext uri="{BB962C8B-B14F-4D97-AF65-F5344CB8AC3E}">
        <p14:creationId xmlns:p14="http://schemas.microsoft.com/office/powerpoint/2010/main" val="23496962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2" r:id="rId1"/>
    <p:sldLayoutId id="2147483683" r:id="rId2"/>
    <p:sldLayoutId id="2147483687" r:id="rId3"/>
    <p:sldLayoutId id="2147483688" r:id="rId4"/>
  </p:sldLayoutIdLst>
  <p:hf sldNum="0" hdr="0" ftr="0" dt="0"/>
  <p:txStyles>
    <p:titleStyle>
      <a:lvl1pPr algn="l" defTabSz="914400" rtl="0" eaLnBrk="1" latinLnBrk="0" hangingPunct="1">
        <a:lnSpc>
          <a:spcPts val="5400"/>
        </a:lnSpc>
        <a:spcBef>
          <a:spcPct val="0"/>
        </a:spcBef>
        <a:buNone/>
        <a:defRPr sz="4800" b="1" i="0" kern="1200" spc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ts val="2860"/>
        </a:lnSpc>
        <a:spcBef>
          <a:spcPts val="1000"/>
        </a:spcBef>
        <a:buFont typeface="Arial" panose="020B0604020202020204" pitchFamily="34" charset="0"/>
        <a:buChar char="•"/>
        <a:defRPr sz="2800" b="1" i="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896EF01-5704-4466-6369-6BEBFD6D73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77AF55-16A8-2519-1E27-F917A7CAB1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Subheading</a:t>
            </a:r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70F289E1-C4C9-4053-14FE-BB4AECBCF7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17696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 i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10390E37-E81B-D94E-8F4C-F7866DC26FF5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1ED5F20-B499-D1E6-534C-7C652A13ADCD}"/>
              </a:ext>
            </a:extLst>
          </p:cNvPr>
          <p:cNvPicPr>
            <a:picLocks noChangeAspect="1"/>
          </p:cNvPicPr>
          <p:nvPr userDrawn="1"/>
        </p:nvPicPr>
        <p:blipFill>
          <a:blip r:embed="rId9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6771143"/>
            <a:ext cx="12192000" cy="86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09200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8" r:id="rId1"/>
    <p:sldLayoutId id="2147483653" r:id="rId2"/>
    <p:sldLayoutId id="2147483654" r:id="rId3"/>
    <p:sldLayoutId id="2147483651" r:id="rId4"/>
    <p:sldLayoutId id="2147483650" r:id="rId5"/>
    <p:sldLayoutId id="2147483652" r:id="rId6"/>
    <p:sldLayoutId id="2147483649" r:id="rId7"/>
  </p:sldLayoutIdLst>
  <p:hf sldNum="0" hdr="0" ftr="0" dt="0"/>
  <p:txStyles>
    <p:titleStyle>
      <a:lvl1pPr algn="l" defTabSz="914400" rtl="0" eaLnBrk="1" latinLnBrk="0" hangingPunct="1">
        <a:lnSpc>
          <a:spcPts val="4500"/>
        </a:lnSpc>
        <a:spcBef>
          <a:spcPct val="0"/>
        </a:spcBef>
        <a:buNone/>
        <a:defRPr sz="4500" b="1" i="0" kern="1200" spc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ts val="2700"/>
        </a:lnSpc>
        <a:spcBef>
          <a:spcPts val="1000"/>
        </a:spcBef>
        <a:spcAft>
          <a:spcPts val="1400"/>
        </a:spcAft>
        <a:buFont typeface="Arial" panose="020B0604020202020204" pitchFamily="34" charset="0"/>
        <a:buChar char="•"/>
        <a:defRPr sz="1800" b="0" i="0" kern="1200" spc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emf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emf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BCC142-DDA2-C4D2-3688-01C3950F0A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8B3AA0BC-5029-2327-2837-44A35FDAF3C1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2230" r="12230"/>
          <a:stretch>
            <a:fillRect/>
          </a:stretch>
        </p:blipFill>
        <p:spPr>
          <a:xfrm>
            <a:off x="6682733" y="1935117"/>
            <a:ext cx="5509267" cy="4850216"/>
          </a:xfr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AA9AF38-2ECD-A6DA-E115-B09FFC0DF1E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91549" y="2491980"/>
            <a:ext cx="6893106" cy="1677243"/>
          </a:xfrm>
        </p:spPr>
        <p:txBody>
          <a:bodyPr>
            <a:normAutofit/>
          </a:bodyPr>
          <a:lstStyle/>
          <a:p>
            <a:r>
              <a:rPr lang="en-US" dirty="0"/>
              <a:t>DNA</a:t>
            </a:r>
          </a:p>
        </p:txBody>
      </p:sp>
    </p:spTree>
    <p:extLst>
      <p:ext uri="{BB962C8B-B14F-4D97-AF65-F5344CB8AC3E}">
        <p14:creationId xmlns:p14="http://schemas.microsoft.com/office/powerpoint/2010/main" val="4509158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2917AA-8482-F860-F586-9269D88E8C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B5C2EA-C203-854E-1EE6-968D1D2246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Executive Summary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2D2E1FB-24A5-7E6C-C172-F4CE15287144}"/>
              </a:ext>
            </a:extLst>
          </p:cNvPr>
          <p:cNvSpPr txBox="1"/>
          <p:nvPr/>
        </p:nvSpPr>
        <p:spPr>
          <a:xfrm>
            <a:off x="184751" y="1495724"/>
            <a:ext cx="11822497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>
                <a:solidFill>
                  <a:schemeClr val="accent1"/>
                </a:solidFill>
              </a:rPr>
              <a:t>Modelling DNAs using Time Series Analyses performs best when modelling the ‘percentage missed’ rather than the ‘total number missed’.</a:t>
            </a:r>
          </a:p>
          <a:p>
            <a:endParaRPr lang="en-GB" sz="2800" dirty="0">
              <a:solidFill>
                <a:schemeClr val="accent1"/>
              </a:solidFill>
            </a:endParaRPr>
          </a:p>
          <a:p>
            <a:r>
              <a:rPr lang="en-GB" sz="2800" dirty="0">
                <a:solidFill>
                  <a:schemeClr val="accent1"/>
                </a:solidFill>
              </a:rPr>
              <a:t>After statistically proving that the data is stationary hyperparameter tuning is deployed to find the most suitable model for the circumstances. </a:t>
            </a:r>
          </a:p>
          <a:p>
            <a:endParaRPr lang="en-GB" sz="2800" dirty="0">
              <a:solidFill>
                <a:schemeClr val="accent1"/>
              </a:solidFill>
            </a:endParaRPr>
          </a:p>
          <a:p>
            <a:r>
              <a:rPr lang="en-GB" sz="2800" dirty="0">
                <a:solidFill>
                  <a:schemeClr val="accent1"/>
                </a:solidFill>
              </a:rPr>
              <a:t>Whilst the number of missed appointments is decreasing with time, seasonality still persists with reference to particular months of the year. </a:t>
            </a:r>
          </a:p>
        </p:txBody>
      </p:sp>
    </p:spTree>
    <p:extLst>
      <p:ext uri="{BB962C8B-B14F-4D97-AF65-F5344CB8AC3E}">
        <p14:creationId xmlns:p14="http://schemas.microsoft.com/office/powerpoint/2010/main" val="2849701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EC0117-3B3A-20E0-465A-3AD9112996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D7C12B-02B4-389F-3745-6C827FC8B7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>
            <a:normAutofit fontScale="90000"/>
          </a:bodyPr>
          <a:lstStyle/>
          <a:p>
            <a:r>
              <a:rPr lang="en-US" dirty="0"/>
              <a:t>Predicting missed appointments: </a:t>
            </a:r>
            <a:br>
              <a:rPr lang="en-US" dirty="0"/>
            </a:br>
            <a:r>
              <a:rPr lang="en-US" dirty="0"/>
              <a:t>The Data, basic EDA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A0475C-BCEC-0A94-D6B2-B6E90BD624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60704" y="6140981"/>
            <a:ext cx="2743200" cy="365125"/>
          </a:xfrm>
        </p:spPr>
        <p:txBody>
          <a:bodyPr/>
          <a:lstStyle/>
          <a:p>
            <a:fld id="{10390E37-E81B-D94E-8F4C-F7866DC26FF5}" type="slidenum">
              <a:rPr lang="en-US" smtClean="0"/>
              <a:pPr/>
              <a:t>3</a:t>
            </a:fld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1D527EC-4539-69D3-7FAE-AED5C0392D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367164"/>
            <a:ext cx="12224053" cy="432088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AE2ECE0-8C6E-B915-7A8C-E2FF48810ABD}"/>
              </a:ext>
            </a:extLst>
          </p:cNvPr>
          <p:cNvSpPr txBox="1"/>
          <p:nvPr/>
        </p:nvSpPr>
        <p:spPr>
          <a:xfrm>
            <a:off x="158097" y="5789776"/>
            <a:ext cx="1180174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Deep troughs in the number of missed appointments which occur over the Christmas and Easter periods may not be indicative of the likelihood of those appointments being missed. </a:t>
            </a:r>
          </a:p>
        </p:txBody>
      </p:sp>
    </p:spTree>
    <p:extLst>
      <p:ext uri="{BB962C8B-B14F-4D97-AF65-F5344CB8AC3E}">
        <p14:creationId xmlns:p14="http://schemas.microsoft.com/office/powerpoint/2010/main" val="10382757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A71D23-B201-1620-E453-2570682422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C18052-31BF-95C6-EAE4-BF79A43C13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>
            <a:normAutofit fontScale="90000"/>
          </a:bodyPr>
          <a:lstStyle/>
          <a:p>
            <a:r>
              <a:rPr lang="en-US" dirty="0"/>
              <a:t>Predicting missed appointments: </a:t>
            </a:r>
            <a:br>
              <a:rPr lang="en-US" dirty="0"/>
            </a:br>
            <a:r>
              <a:rPr lang="en-US" dirty="0"/>
              <a:t>The Data, basic EDA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BA1FCF-663B-133B-598D-8205483E587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60704" y="6140981"/>
            <a:ext cx="2743200" cy="365125"/>
          </a:xfrm>
        </p:spPr>
        <p:txBody>
          <a:bodyPr/>
          <a:lstStyle/>
          <a:p>
            <a:fld id="{10390E37-E81B-D94E-8F4C-F7866DC26FF5}" type="slidenum">
              <a:rPr lang="en-US" smtClean="0"/>
              <a:pPr/>
              <a:t>4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81F5166-A788-A5EC-43DD-753FEA7BD6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325563"/>
            <a:ext cx="12192000" cy="4536992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94987AAF-F32D-5185-BD08-BFC9AE68282E}"/>
              </a:ext>
            </a:extLst>
          </p:cNvPr>
          <p:cNvSpPr/>
          <p:nvPr/>
        </p:nvSpPr>
        <p:spPr>
          <a:xfrm>
            <a:off x="4438436" y="1561672"/>
            <a:ext cx="3760342" cy="16438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A5D4EA1-EF22-EEF8-133B-9FA236E12BE7}"/>
              </a:ext>
            </a:extLst>
          </p:cNvPr>
          <p:cNvSpPr txBox="1"/>
          <p:nvPr/>
        </p:nvSpPr>
        <p:spPr>
          <a:xfrm>
            <a:off x="196553" y="5862555"/>
            <a:ext cx="114171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Converting to a ‘Percentage of total appointments’ will allow for a more accurate forecasting model.</a:t>
            </a:r>
          </a:p>
        </p:txBody>
      </p:sp>
    </p:spTree>
    <p:extLst>
      <p:ext uri="{BB962C8B-B14F-4D97-AF65-F5344CB8AC3E}">
        <p14:creationId xmlns:p14="http://schemas.microsoft.com/office/powerpoint/2010/main" val="3350477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8D043B-9258-1CAF-0A63-55449B164A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6C837E-A96C-D3E6-BE63-EF5A9D578F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>
            <a:normAutofit fontScale="90000"/>
          </a:bodyPr>
          <a:lstStyle/>
          <a:p>
            <a:r>
              <a:rPr lang="en-US" dirty="0"/>
              <a:t>Predicting missed appointments: </a:t>
            </a:r>
            <a:br>
              <a:rPr lang="en-US" dirty="0"/>
            </a:br>
            <a:r>
              <a:rPr lang="en-US" dirty="0"/>
              <a:t>The Data, basic EDA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74C6F56-4232-E7E1-0457-0101F5F781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7130" y="1244760"/>
            <a:ext cx="10249313" cy="381406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FAB5B03-5182-CD6A-E615-AD679F26AB16}"/>
              </a:ext>
            </a:extLst>
          </p:cNvPr>
          <p:cNvSpPr txBox="1"/>
          <p:nvPr/>
        </p:nvSpPr>
        <p:spPr>
          <a:xfrm>
            <a:off x="269192" y="5274244"/>
            <a:ext cx="1160518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Missed appointment rates show recurring peaks around Christmas and Eater, although the impact is dampened when expressed as percentages rather than appointment counts.</a:t>
            </a:r>
          </a:p>
          <a:p>
            <a:endParaRPr lang="en-GB" dirty="0"/>
          </a:p>
          <a:p>
            <a:r>
              <a:rPr lang="en-GB" dirty="0"/>
              <a:t>Despite their predictability, Easter effects are more challenging to forecast because the date varies between years.</a:t>
            </a:r>
          </a:p>
        </p:txBody>
      </p:sp>
    </p:spTree>
    <p:extLst>
      <p:ext uri="{BB962C8B-B14F-4D97-AF65-F5344CB8AC3E}">
        <p14:creationId xmlns:p14="http://schemas.microsoft.com/office/powerpoint/2010/main" val="13379821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1E0A76-0EC6-E82C-1C7E-2EC29F48E7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477538-BD02-F1B9-B7B4-188FA38588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/>
          <a:lstStyle/>
          <a:p>
            <a:r>
              <a:rPr lang="en-GB" dirty="0"/>
              <a:t>Yearly and Monthly Trends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151E08A-F211-25C3-1B01-3549868C604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0390E37-E81B-D94E-8F4C-F7866DC26FF5}" type="slidenum">
              <a:rPr lang="en-US" smtClean="0"/>
              <a:pPr/>
              <a:t>6</a:t>
            </a:fld>
            <a:endParaRPr lang="en-US"/>
          </a:p>
        </p:txBody>
      </p:sp>
      <p:pic>
        <p:nvPicPr>
          <p:cNvPr id="7" name="Picture 6" descr="A comparison of a graph&#10;&#10;AI-generated content may be incorrect.">
            <a:extLst>
              <a:ext uri="{FF2B5EF4-FFF2-40B4-BE49-F238E27FC236}">
                <a16:creationId xmlns:a16="http://schemas.microsoft.com/office/drawing/2014/main" id="{2B759B9A-4547-BF36-929C-8E4DC7F3754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025" r="7726"/>
          <a:stretch>
            <a:fillRect/>
          </a:stretch>
        </p:blipFill>
        <p:spPr>
          <a:xfrm>
            <a:off x="425720" y="1128017"/>
            <a:ext cx="11340560" cy="46019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88380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F37FF1-6D5F-EB41-1117-A8B05BF0B0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C360FA-0503-1572-AF15-554061CE6D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097" y="-36394"/>
            <a:ext cx="12192000" cy="1455761"/>
          </a:xfrm>
        </p:spPr>
        <p:txBody>
          <a:bodyPr>
            <a:normAutofit fontScale="90000"/>
          </a:bodyPr>
          <a:lstStyle/>
          <a:p>
            <a:pPr>
              <a:lnSpc>
                <a:spcPct val="100000"/>
              </a:lnSpc>
            </a:pPr>
            <a:r>
              <a:rPr lang="en-GB" dirty="0"/>
              <a:t>Testing whether the data is stationary.</a:t>
            </a:r>
            <a:br>
              <a:rPr lang="en-GB" sz="2200" dirty="0"/>
            </a:br>
            <a:r>
              <a:rPr lang="en-GB" sz="2200" dirty="0"/>
              <a:t>		</a:t>
            </a:r>
            <a:r>
              <a:rPr lang="en-GB" sz="2200" dirty="0">
                <a:solidFill>
                  <a:schemeClr val="accent6">
                    <a:lumMod val="75000"/>
                  </a:schemeClr>
                </a:solidFill>
              </a:rPr>
              <a:t>	Null Hypothesis H</a:t>
            </a:r>
            <a:r>
              <a:rPr lang="en-GB" sz="2200" baseline="-25000" dirty="0">
                <a:solidFill>
                  <a:schemeClr val="accent6">
                    <a:lumMod val="75000"/>
                  </a:schemeClr>
                </a:solidFill>
              </a:rPr>
              <a:t>0</a:t>
            </a:r>
            <a:r>
              <a:rPr lang="en-GB" sz="2200" dirty="0">
                <a:solidFill>
                  <a:schemeClr val="accent6">
                    <a:lumMod val="75000"/>
                  </a:schemeClr>
                </a:solidFill>
              </a:rPr>
              <a:t>: The data is non-stationary</a:t>
            </a:r>
            <a:br>
              <a:rPr lang="en-GB" sz="2200" dirty="0">
                <a:solidFill>
                  <a:schemeClr val="accent6">
                    <a:lumMod val="75000"/>
                  </a:schemeClr>
                </a:solidFill>
              </a:rPr>
            </a:br>
            <a:r>
              <a:rPr lang="en-GB" sz="2200" dirty="0">
                <a:solidFill>
                  <a:schemeClr val="accent6">
                    <a:lumMod val="75000"/>
                  </a:schemeClr>
                </a:solidFill>
              </a:rPr>
              <a:t>			Alternative Hypothesis H</a:t>
            </a:r>
            <a:r>
              <a:rPr lang="en-GB" sz="2200" baseline="-25000" dirty="0">
                <a:solidFill>
                  <a:schemeClr val="accent6">
                    <a:lumMod val="75000"/>
                  </a:schemeClr>
                </a:solidFill>
              </a:rPr>
              <a:t>1</a:t>
            </a:r>
            <a:r>
              <a:rPr lang="en-GB" sz="2200" dirty="0">
                <a:solidFill>
                  <a:schemeClr val="accent6">
                    <a:lumMod val="75000"/>
                  </a:schemeClr>
                </a:solidFill>
              </a:rPr>
              <a:t>: The data is stationary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6776935-3807-6889-A68B-2EA441BCE7A5}"/>
              </a:ext>
            </a:extLst>
          </p:cNvPr>
          <p:cNvSpPr txBox="1"/>
          <p:nvPr/>
        </p:nvSpPr>
        <p:spPr>
          <a:xfrm>
            <a:off x="5277742" y="2656849"/>
            <a:ext cx="6837346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GB" sz="1600" b="1" dirty="0">
                <a:solidFill>
                  <a:schemeClr val="tx1"/>
                </a:solidFill>
                <a:latin typeface="+mn-lt"/>
              </a:rPr>
              <a:t>Trend:</a:t>
            </a:r>
          </a:p>
          <a:p>
            <a:pPr algn="l"/>
            <a:r>
              <a:rPr lang="en-GB" sz="1600" dirty="0">
                <a:solidFill>
                  <a:schemeClr val="tx1"/>
                </a:solidFill>
                <a:latin typeface="+mn-lt"/>
              </a:rPr>
              <a:t>Reducing with time. But flat recently (likely following increased utilisation of digital communications).</a:t>
            </a:r>
          </a:p>
          <a:p>
            <a:pPr algn="l"/>
            <a:endParaRPr lang="en-GB" sz="1600" dirty="0">
              <a:solidFill>
                <a:schemeClr val="tx1"/>
              </a:solidFill>
              <a:latin typeface="+mn-lt"/>
            </a:endParaRPr>
          </a:p>
          <a:p>
            <a:pPr algn="l"/>
            <a:r>
              <a:rPr lang="en-GB" sz="1600" b="1" dirty="0">
                <a:solidFill>
                  <a:schemeClr val="tx1"/>
                </a:solidFill>
              </a:rPr>
              <a:t>Season:</a:t>
            </a:r>
          </a:p>
          <a:p>
            <a:pPr algn="l"/>
            <a:r>
              <a:rPr lang="en-GB" sz="1600" dirty="0">
                <a:solidFill>
                  <a:schemeClr val="tx1"/>
                </a:solidFill>
              </a:rPr>
              <a:t>Visual annual seasonality, probably based around public and school holidays. </a:t>
            </a:r>
          </a:p>
          <a:p>
            <a:pPr algn="l"/>
            <a:endParaRPr lang="en-GB" sz="1600" dirty="0">
              <a:solidFill>
                <a:schemeClr val="tx1"/>
              </a:solidFill>
              <a:latin typeface="+mn-lt"/>
            </a:endParaRPr>
          </a:p>
          <a:p>
            <a:pPr algn="l"/>
            <a:r>
              <a:rPr lang="en-GB" sz="1600" b="1" dirty="0">
                <a:solidFill>
                  <a:schemeClr val="tx1"/>
                </a:solidFill>
              </a:rPr>
              <a:t>Resid.:</a:t>
            </a:r>
          </a:p>
          <a:p>
            <a:pPr algn="l"/>
            <a:r>
              <a:rPr lang="en-GB" sz="1600" dirty="0">
                <a:solidFill>
                  <a:schemeClr val="tx1"/>
                </a:solidFill>
              </a:rPr>
              <a:t>Random scattering around zero (no obvious pattern). </a:t>
            </a:r>
          </a:p>
          <a:p>
            <a:pPr algn="l"/>
            <a:endParaRPr lang="en-GB" sz="1600" dirty="0">
              <a:solidFill>
                <a:schemeClr val="tx1"/>
              </a:solidFill>
            </a:endParaRPr>
          </a:p>
          <a:p>
            <a:pPr algn="l"/>
            <a:r>
              <a:rPr lang="en-GB" sz="1600" b="1" dirty="0">
                <a:solidFill>
                  <a:schemeClr val="tx1"/>
                </a:solidFill>
              </a:rPr>
              <a:t>Stationarity:</a:t>
            </a:r>
          </a:p>
          <a:p>
            <a:pPr algn="l"/>
            <a:r>
              <a:rPr lang="en-GB" sz="1600" dirty="0">
                <a:solidFill>
                  <a:schemeClr val="tx1"/>
                </a:solidFill>
              </a:rPr>
              <a:t>Performing an Adjusted Dickey-Fuller test on the reconstructed data gives a p-value of 0.002 which is &lt;0.05 </a:t>
            </a:r>
          </a:p>
          <a:p>
            <a:pPr algn="l"/>
            <a:endParaRPr lang="en-GB" sz="1600" dirty="0">
              <a:solidFill>
                <a:schemeClr val="tx1"/>
              </a:solidFill>
            </a:endParaRPr>
          </a:p>
          <a:p>
            <a:pPr algn="l"/>
            <a:r>
              <a:rPr lang="en-GB" sz="1600" b="1" dirty="0">
                <a:solidFill>
                  <a:srgbClr val="FF0000"/>
                </a:solidFill>
              </a:rPr>
              <a:t>The null hypothesis is rejected (at 5% significance level)</a:t>
            </a:r>
            <a:endParaRPr lang="en-GB" sz="1600" b="1" dirty="0">
              <a:solidFill>
                <a:srgbClr val="FF0000"/>
              </a:solidFill>
              <a:latin typeface="+mn-lt"/>
            </a:endParaRPr>
          </a:p>
        </p:txBody>
      </p:sp>
      <p:pic>
        <p:nvPicPr>
          <p:cNvPr id="8" name="Picture 7" descr="A graph of blue lines and dots&#10;&#10;AI-generated content may be incorrect.">
            <a:extLst>
              <a:ext uri="{FF2B5EF4-FFF2-40B4-BE49-F238E27FC236}">
                <a16:creationId xmlns:a16="http://schemas.microsoft.com/office/drawing/2014/main" id="{1C449246-9B13-DC70-5232-0F230248A9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059" y="2649724"/>
            <a:ext cx="5066537" cy="379990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27C6348-01E5-0F30-757B-F65044A3C184}"/>
              </a:ext>
            </a:extLst>
          </p:cNvPr>
          <p:cNvSpPr txBox="1"/>
          <p:nvPr/>
        </p:nvSpPr>
        <p:spPr>
          <a:xfrm>
            <a:off x="236561" y="1610436"/>
            <a:ext cx="1157330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>
                <a:solidFill>
                  <a:schemeClr val="accent1"/>
                </a:solidFill>
              </a:rPr>
              <a:t>Stationarity is checked to ensure that patterns learned form historical data remain consistent over time, supporting reliable forecasting.</a:t>
            </a:r>
          </a:p>
        </p:txBody>
      </p:sp>
    </p:spTree>
    <p:extLst>
      <p:ext uri="{BB962C8B-B14F-4D97-AF65-F5344CB8AC3E}">
        <p14:creationId xmlns:p14="http://schemas.microsoft.com/office/powerpoint/2010/main" val="37625671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D5B8EB-07B3-3ECF-31EA-A8903A91AD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ED643F-7390-4E35-95A2-6804A762BE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/>
          <a:lstStyle/>
          <a:p>
            <a:r>
              <a:rPr lang="en-GB" dirty="0"/>
              <a:t>Building the Model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EDA3066-C3B5-36CD-EA1F-B5FFE812C558}"/>
              </a:ext>
            </a:extLst>
          </p:cNvPr>
          <p:cNvSpPr txBox="1"/>
          <p:nvPr/>
        </p:nvSpPr>
        <p:spPr>
          <a:xfrm>
            <a:off x="3581400" y="5532437"/>
            <a:ext cx="507304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GB" sz="2400" dirty="0">
                <a:solidFill>
                  <a:schemeClr val="tx1"/>
                </a:solidFill>
                <a:latin typeface="+mn-lt"/>
              </a:rPr>
              <a:t>Latest 16 weeks data as ‘test’ data.</a:t>
            </a:r>
          </a:p>
          <a:p>
            <a:pPr algn="l"/>
            <a:r>
              <a:rPr lang="en-GB" sz="2400" dirty="0">
                <a:solidFill>
                  <a:schemeClr val="tx1"/>
                </a:solidFill>
                <a:latin typeface="+mn-lt"/>
              </a:rPr>
              <a:t>Split </a:t>
            </a:r>
            <a:r>
              <a:rPr lang="en-GB" sz="2400" dirty="0" err="1">
                <a:solidFill>
                  <a:schemeClr val="tx1"/>
                </a:solidFill>
                <a:latin typeface="+mn-lt"/>
              </a:rPr>
              <a:t>train:test</a:t>
            </a:r>
            <a:r>
              <a:rPr lang="en-GB" sz="2400" dirty="0">
                <a:solidFill>
                  <a:schemeClr val="tx1"/>
                </a:solidFill>
                <a:latin typeface="+mn-lt"/>
              </a:rPr>
              <a:t> = 141:16</a:t>
            </a:r>
          </a:p>
        </p:txBody>
      </p:sp>
      <p:pic>
        <p:nvPicPr>
          <p:cNvPr id="7" name="Picture 6" descr="A graph showing a line of a train&#10;&#10;AI-generated content may be incorrect.">
            <a:extLst>
              <a:ext uri="{FF2B5EF4-FFF2-40B4-BE49-F238E27FC236}">
                <a16:creationId xmlns:a16="http://schemas.microsoft.com/office/drawing/2014/main" id="{522E592D-E0E7-771A-444E-E984F751E8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2756" y="1325563"/>
            <a:ext cx="10222786" cy="3650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9099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6C9E7D-C64F-F7AA-7E6E-9951899B1B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D496C8-D9A6-3B29-B3ED-1956CB30E6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4"/>
            <a:ext cx="12192000" cy="1325563"/>
          </a:xfrm>
        </p:spPr>
        <p:txBody>
          <a:bodyPr>
            <a:normAutofit/>
          </a:bodyPr>
          <a:lstStyle/>
          <a:p>
            <a:r>
              <a:rPr lang="en-GB" dirty="0"/>
              <a:t>Hyperparameter Tuning (manual &amp; auto)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829D4EE-921E-A51B-9615-A9645240FFED}"/>
              </a:ext>
            </a:extLst>
          </p:cNvPr>
          <p:cNvSpPr txBox="1"/>
          <p:nvPr/>
        </p:nvSpPr>
        <p:spPr>
          <a:xfrm>
            <a:off x="6463631" y="2141992"/>
            <a:ext cx="5250595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GB" dirty="0">
                <a:solidFill>
                  <a:schemeClr val="tx1"/>
                </a:solidFill>
                <a:latin typeface="+mn-lt"/>
              </a:rPr>
              <a:t>Using a technic called grid search there were too many potential combinations and given the potential 52 week season it was not feasible to run this for all combinations.</a:t>
            </a:r>
          </a:p>
          <a:p>
            <a:pPr algn="l"/>
            <a:endParaRPr lang="en-GB" dirty="0">
              <a:solidFill>
                <a:schemeClr val="tx1"/>
              </a:solidFill>
              <a:latin typeface="+mn-lt"/>
            </a:endParaRPr>
          </a:p>
          <a:p>
            <a:pPr algn="l"/>
            <a:r>
              <a:rPr lang="en-GB" dirty="0">
                <a:solidFill>
                  <a:schemeClr val="tx1"/>
                </a:solidFill>
                <a:latin typeface="+mn-lt"/>
              </a:rPr>
              <a:t>Therefore, the range of values were reduced by viewing the ACF and P-ACF plots.</a:t>
            </a:r>
          </a:p>
        </p:txBody>
      </p:sp>
      <p:pic>
        <p:nvPicPr>
          <p:cNvPr id="9" name="Picture 8" descr="A graph of a function&#10;&#10;AI-generated content may be incorrect.">
            <a:extLst>
              <a:ext uri="{FF2B5EF4-FFF2-40B4-BE49-F238E27FC236}">
                <a16:creationId xmlns:a16="http://schemas.microsoft.com/office/drawing/2014/main" id="{E7D41EA0-3107-ABE1-43B9-3F6F01FF96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64748"/>
            <a:ext cx="6463631" cy="3231816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155C1238-B57F-EAAA-E680-1F76361785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1488" y="4735939"/>
            <a:ext cx="8670713" cy="1441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42697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82E9C3-C4EE-F0AF-5AF5-AAE3EDE60D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FB5397-A54A-47F6-E1DB-313F63DC24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4"/>
            <a:ext cx="10515600" cy="1325563"/>
          </a:xfrm>
        </p:spPr>
        <p:txBody>
          <a:bodyPr/>
          <a:lstStyle/>
          <a:p>
            <a:r>
              <a:rPr lang="en-GB" dirty="0"/>
              <a:t>Results, </a:t>
            </a:r>
            <a:r>
              <a:rPr lang="en-GB"/>
              <a:t>no forecast</a:t>
            </a:r>
            <a:endParaRPr lang="en-GB" dirty="0"/>
          </a:p>
        </p:txBody>
      </p:sp>
      <p:pic>
        <p:nvPicPr>
          <p:cNvPr id="10" name="Picture 9" descr="A graph showing a graph&#10;&#10;AI-generated content may be incorrect.">
            <a:extLst>
              <a:ext uri="{FF2B5EF4-FFF2-40B4-BE49-F238E27FC236}">
                <a16:creationId xmlns:a16="http://schemas.microsoft.com/office/drawing/2014/main" id="{90EE963E-71AE-F2E6-E3A9-F5A5C79BE06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72" r="7358"/>
          <a:stretch>
            <a:fillRect/>
          </a:stretch>
        </p:blipFill>
        <p:spPr>
          <a:xfrm>
            <a:off x="234798" y="1115672"/>
            <a:ext cx="9383493" cy="3702907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F066072-62E9-CA98-92B3-AEE5D5D4A1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93860" y="1694544"/>
            <a:ext cx="1988346" cy="2398315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F2B8775F-00C5-D4FF-25BF-E26EC268CCDB}"/>
              </a:ext>
            </a:extLst>
          </p:cNvPr>
          <p:cNvSpPr txBox="1"/>
          <p:nvPr/>
        </p:nvSpPr>
        <p:spPr>
          <a:xfrm>
            <a:off x="141005" y="4622025"/>
            <a:ext cx="11994023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GB" sz="2400" dirty="0">
                <a:solidFill>
                  <a:schemeClr val="tx1"/>
                </a:solidFill>
                <a:latin typeface="+mn-lt"/>
              </a:rPr>
              <a:t>During the hyperparameter tuning stage, the results from grid search were not strictly followed. This is </a:t>
            </a:r>
            <a:r>
              <a:rPr lang="en-GB" sz="2400" dirty="0" err="1">
                <a:solidFill>
                  <a:schemeClr val="tx1"/>
                </a:solidFill>
                <a:latin typeface="+mn-lt"/>
              </a:rPr>
              <a:t>inpart</a:t>
            </a:r>
            <a:r>
              <a:rPr lang="en-GB" sz="2400" dirty="0">
                <a:solidFill>
                  <a:schemeClr val="tx1"/>
                </a:solidFill>
                <a:latin typeface="+mn-lt"/>
              </a:rPr>
              <a:t> because it relied solely on RMSE. </a:t>
            </a:r>
          </a:p>
          <a:p>
            <a:pPr algn="l"/>
            <a:endParaRPr lang="en-GB" sz="2400" dirty="0">
              <a:solidFill>
                <a:schemeClr val="tx1"/>
              </a:solidFill>
              <a:latin typeface="+mn-lt"/>
            </a:endParaRPr>
          </a:p>
          <a:p>
            <a:pPr algn="l"/>
            <a:r>
              <a:rPr lang="en-GB" sz="2400" dirty="0">
                <a:solidFill>
                  <a:schemeClr val="tx1"/>
                </a:solidFill>
                <a:latin typeface="+mn-lt"/>
              </a:rPr>
              <a:t>After analysing a range of metrics the best model was selected manually. This model produces a mean average percentage error (MAPE) of 0.05, meaning forecasts are on average 5% away from true values</a:t>
            </a:r>
          </a:p>
        </p:txBody>
      </p:sp>
    </p:spTree>
    <p:extLst>
      <p:ext uri="{BB962C8B-B14F-4D97-AF65-F5344CB8AC3E}">
        <p14:creationId xmlns:p14="http://schemas.microsoft.com/office/powerpoint/2010/main" val="27190704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903409-2D73-40EA-AD3F-FD58D6BA26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5E47FE-A326-3408-8F9F-85696BD69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4"/>
            <a:ext cx="10515600" cy="1325563"/>
          </a:xfrm>
        </p:spPr>
        <p:txBody>
          <a:bodyPr/>
          <a:lstStyle/>
          <a:p>
            <a:r>
              <a:rPr lang="en-GB" dirty="0"/>
              <a:t>Results with forecast</a:t>
            </a:r>
          </a:p>
        </p:txBody>
      </p:sp>
      <p:pic>
        <p:nvPicPr>
          <p:cNvPr id="6" name="Picture 5" descr="A graph with a line&#10;&#10;AI-generated content may be incorrect.">
            <a:extLst>
              <a:ext uri="{FF2B5EF4-FFF2-40B4-BE49-F238E27FC236}">
                <a16:creationId xmlns:a16="http://schemas.microsoft.com/office/drawing/2014/main" id="{07856A25-E51B-6035-513F-F64A89C49E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32185"/>
            <a:ext cx="12192000" cy="5225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73196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69770A0-F40B-259D-358E-6FBFC14EAAD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749578" y="4280571"/>
            <a:ext cx="5327709" cy="1370215"/>
          </a:xfrm>
        </p:spPr>
        <p:txBody>
          <a:bodyPr>
            <a:normAutofit/>
          </a:bodyPr>
          <a:lstStyle/>
          <a:p>
            <a:r>
              <a:rPr lang="en-US" sz="1800" dirty="0"/>
              <a:t>Contact:</a:t>
            </a:r>
          </a:p>
          <a:p>
            <a:r>
              <a:rPr lang="en-US" sz="1800" dirty="0"/>
              <a:t>Fiona Thrupp</a:t>
            </a:r>
          </a:p>
          <a:p>
            <a:r>
              <a:rPr lang="en-US" sz="1800" b="0" dirty="0"/>
              <a:t>Fiona.thrupp@nhs.net</a:t>
            </a:r>
          </a:p>
          <a:p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2467175703"/>
      </p:ext>
    </p:extLst>
  </p:cSld>
  <p:clrMapOvr>
    <a:masterClrMapping/>
  </p:clrMapOvr>
</p:sld>
</file>

<file path=ppt/theme/theme1.xml><?xml version="1.0" encoding="utf-8"?>
<a:theme xmlns:a="http://schemas.openxmlformats.org/drawingml/2006/main" name="Title Slides">
  <a:themeElements>
    <a:clrScheme name="Healthier Together blues">
      <a:dk1>
        <a:srgbClr val="1C1F63"/>
      </a:dk1>
      <a:lt1>
        <a:sysClr val="window" lastClr="FFFFFF"/>
      </a:lt1>
      <a:dk2>
        <a:srgbClr val="44546A"/>
      </a:dk2>
      <a:lt2>
        <a:srgbClr val="E7E6E6"/>
      </a:lt2>
      <a:accent1>
        <a:srgbClr val="1C1F63"/>
      </a:accent1>
      <a:accent2>
        <a:srgbClr val="4B51CC"/>
      </a:accent2>
      <a:accent3>
        <a:srgbClr val="878BDD"/>
      </a:accent3>
      <a:accent4>
        <a:srgbClr val="C3C5EE"/>
      </a:accent4>
      <a:accent5>
        <a:srgbClr val="7F7F7F"/>
      </a:accent5>
      <a:accent6>
        <a:srgbClr val="BFBFBF"/>
      </a:accent6>
      <a:hlink>
        <a:srgbClr val="075EDB"/>
      </a:hlink>
      <a:folHlink>
        <a:srgbClr val="8605E4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End Slide">
  <a:themeElements>
    <a:clrScheme name="NHS">
      <a:dk1>
        <a:srgbClr val="1C1F62"/>
      </a:dk1>
      <a:lt1>
        <a:srgbClr val="FFFFFF"/>
      </a:lt1>
      <a:dk2>
        <a:srgbClr val="1C1F62"/>
      </a:dk2>
      <a:lt2>
        <a:srgbClr val="FFFAED"/>
      </a:lt2>
      <a:accent1>
        <a:srgbClr val="E06CFF"/>
      </a:accent1>
      <a:accent2>
        <a:srgbClr val="BEFE45"/>
      </a:accent2>
      <a:accent3>
        <a:srgbClr val="0DCFFA"/>
      </a:accent3>
      <a:accent4>
        <a:srgbClr val="8504E3"/>
      </a:accent4>
      <a:accent5>
        <a:srgbClr val="00AD5F"/>
      </a:accent5>
      <a:accent6>
        <a:srgbClr val="045EDA"/>
      </a:accent6>
      <a:hlink>
        <a:srgbClr val="1C1F62"/>
      </a:hlink>
      <a:folHlink>
        <a:srgbClr val="1C1F62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Section Slides">
  <a:themeElements>
    <a:clrScheme name="Healthier Together with ICB document">
      <a:dk1>
        <a:srgbClr val="1C1F63"/>
      </a:dk1>
      <a:lt1>
        <a:sysClr val="window" lastClr="FFFFFF"/>
      </a:lt1>
      <a:dk2>
        <a:srgbClr val="44546A"/>
      </a:dk2>
      <a:lt2>
        <a:srgbClr val="E7E6E6"/>
      </a:lt2>
      <a:accent1>
        <a:srgbClr val="1C1F63"/>
      </a:accent1>
      <a:accent2>
        <a:srgbClr val="075EDB"/>
      </a:accent2>
      <a:accent3>
        <a:srgbClr val="1C1F63"/>
      </a:accent3>
      <a:accent4>
        <a:srgbClr val="075EDB"/>
      </a:accent4>
      <a:accent5>
        <a:srgbClr val="1C1F63"/>
      </a:accent5>
      <a:accent6>
        <a:srgbClr val="075EDB"/>
      </a:accent6>
      <a:hlink>
        <a:srgbClr val="075EDB"/>
      </a:hlink>
      <a:folHlink>
        <a:srgbClr val="8605E4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4.xml><?xml version="1.0" encoding="utf-8"?>
<a:theme xmlns:a="http://schemas.openxmlformats.org/drawingml/2006/main" name="Body Slides">
  <a:themeElements>
    <a:clrScheme name="Healthier Together blues">
      <a:dk1>
        <a:srgbClr val="1C1F63"/>
      </a:dk1>
      <a:lt1>
        <a:sysClr val="window" lastClr="FFFFFF"/>
      </a:lt1>
      <a:dk2>
        <a:srgbClr val="44546A"/>
      </a:dk2>
      <a:lt2>
        <a:srgbClr val="E7E6E6"/>
      </a:lt2>
      <a:accent1>
        <a:srgbClr val="1C1F63"/>
      </a:accent1>
      <a:accent2>
        <a:srgbClr val="4B51CC"/>
      </a:accent2>
      <a:accent3>
        <a:srgbClr val="878BDD"/>
      </a:accent3>
      <a:accent4>
        <a:srgbClr val="C3C5EE"/>
      </a:accent4>
      <a:accent5>
        <a:srgbClr val="7F7F7F"/>
      </a:accent5>
      <a:accent6>
        <a:srgbClr val="BFBFBF"/>
      </a:accent6>
      <a:hlink>
        <a:srgbClr val="075EDB"/>
      </a:hlink>
      <a:folHlink>
        <a:srgbClr val="8605E4"/>
      </a:folHlink>
    </a:clrScheme>
    <a:fontScheme name="Custom 1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 algn="l">
          <a:defRPr dirty="0" smtClean="0">
            <a:solidFill>
              <a:schemeClr val="tx1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3227FA4040FC24A80A63F4C2205E1CD" ma:contentTypeVersion="17" ma:contentTypeDescription="Create a new document." ma:contentTypeScope="" ma:versionID="782248196dd72339bbadff48199afb1f">
  <xsd:schema xmlns:xsd="http://www.w3.org/2001/XMLSchema" xmlns:xs="http://www.w3.org/2001/XMLSchema" xmlns:p="http://schemas.microsoft.com/office/2006/metadata/properties" xmlns:ns2="9481131a-5ef9-4c1f-b17b-99b9c4b05bfc" xmlns:ns3="321487e1-d70a-4ac7-a45d-cb1aeb6d772e" targetNamespace="http://schemas.microsoft.com/office/2006/metadata/properties" ma:root="true" ma:fieldsID="2107a6a3ebb0be9b63fdd0906d8e4760" ns2:_="" ns3:_="">
    <xsd:import namespace="9481131a-5ef9-4c1f-b17b-99b9c4b05bfc"/>
    <xsd:import namespace="321487e1-d70a-4ac7-a45d-cb1aeb6d772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ObjectDetectorVersions" minOccurs="0"/>
                <xsd:element ref="ns2:MediaServiceSearchProperties" minOccurs="0"/>
                <xsd:element ref="ns2:MediaServiceLocation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481131a-5ef9-4c1f-b17b-99b9c4b05bf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3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5" nillable="true" ma:taxonomy="true" ma:internalName="lcf76f155ced4ddcb4097134ff3c332f" ma:taxonomyFieldName="MediaServiceImageTags" ma:displayName="Image Tags" ma:readOnly="false" ma:fieldId="{5cf76f15-5ced-4ddc-b409-7134ff3c332f}" ma:taxonomyMulti="true" ma:sspId="2c8d5fda-b97d-42c6-97e2-f76465e161c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bjectDetectorVersions" ma:index="2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2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21487e1-d70a-4ac7-a45d-cb1aeb6d772e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6" nillable="true" ma:displayName="Taxonomy Catch All Column" ma:hidden="true" ma:list="{828cb318-8806-40fa-b3cd-d3ee06e44939}" ma:internalName="TaxCatchAll" ma:showField="CatchAllData" ma:web="321487e1-d70a-4ac7-a45d-cb1aeb6d772e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9481131a-5ef9-4c1f-b17b-99b9c4b05bfc">
      <Terms xmlns="http://schemas.microsoft.com/office/infopath/2007/PartnerControls"/>
    </lcf76f155ced4ddcb4097134ff3c332f>
    <TaxCatchAll xmlns="321487e1-d70a-4ac7-a45d-cb1aeb6d772e" xsi:nil="true"/>
    <SharedWithUsers xmlns="321487e1-d70a-4ac7-a45d-cb1aeb6d772e">
      <UserInfo>
        <DisplayName>MIDDA, Janette (NHS BRISTOL, NORTH SOMERSET AND SOUTH GLOUCESTERSHIRE ICB - 15C)</DisplayName>
        <AccountId>171</AccountId>
        <AccountType/>
      </UserInfo>
      <UserInfo>
        <DisplayName>HAVERGAL, Naomi (NHS BRISTOL, NORTH SOMERSET AND SOUTH GLOUCESTERSHIRE ICB - 15C)</DisplayName>
        <AccountId>65</AccountId>
        <AccountType/>
      </UserInfo>
    </SharedWithUsers>
  </documentManagement>
</p:properties>
</file>

<file path=customXml/itemProps1.xml><?xml version="1.0" encoding="utf-8"?>
<ds:datastoreItem xmlns:ds="http://schemas.openxmlformats.org/officeDocument/2006/customXml" ds:itemID="{FA7E68CE-20CE-48ED-8C76-D3F2B9F03559}">
  <ds:schemaRefs>
    <ds:schemaRef ds:uri="321487e1-d70a-4ac7-a45d-cb1aeb6d772e"/>
    <ds:schemaRef ds:uri="9481131a-5ef9-4c1f-b17b-99b9c4b05bfc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3B5B47CC-B35C-4B2B-96E5-ADE35E9132A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A3BB7FB-BD89-47DF-9FB1-3F904DBEB2A1}">
  <ds:schemaRefs>
    <ds:schemaRef ds:uri="http://schemas.microsoft.com/office/2006/metadata/properties"/>
    <ds:schemaRef ds:uri="http://purl.org/dc/elements/1.1/"/>
    <ds:schemaRef ds:uri="321487e1-d70a-4ac7-a45d-cb1aeb6d772e"/>
    <ds:schemaRef ds:uri="http://schemas.openxmlformats.org/package/2006/metadata/core-properties"/>
    <ds:schemaRef ds:uri="http://schemas.microsoft.com/office/2006/documentManagement/types"/>
    <ds:schemaRef ds:uri="http://purl.org/dc/terms/"/>
    <ds:schemaRef ds:uri="9481131a-5ef9-4c1f-b17b-99b9c4b05bfc"/>
    <ds:schemaRef ds:uri="http://www.w3.org/XML/1998/namespace"/>
    <ds:schemaRef ds:uri="http://schemas.microsoft.com/office/infopath/2007/PartnerControls"/>
    <ds:schemaRef ds:uri="http://purl.org/dc/dcmitype/"/>
  </ds:schemaRefs>
</ds:datastoreItem>
</file>

<file path=docMetadata/LabelInfo.xml><?xml version="1.0" encoding="utf-8"?>
<clbl:labelList xmlns:clbl="http://schemas.microsoft.com/office/2020/mipLabelMetadata">
  <clbl:label id="{37c354b2-85b0-47f5-b222-07b48d774ee3}" enabled="0" method="" siteId="{37c354b2-85b0-47f5-b222-07b48d774ee3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974</TotalTime>
  <Words>483</Words>
  <Application>Microsoft Office PowerPoint</Application>
  <PresentationFormat>Widescreen</PresentationFormat>
  <Paragraphs>54</Paragraphs>
  <Slides>12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Aptos</vt:lpstr>
      <vt:lpstr>Arial</vt:lpstr>
      <vt:lpstr>Title Slides</vt:lpstr>
      <vt:lpstr>End Slide</vt:lpstr>
      <vt:lpstr>Section Slides</vt:lpstr>
      <vt:lpstr>Body Slides</vt:lpstr>
      <vt:lpstr>DNA</vt:lpstr>
      <vt:lpstr>Executive Summary</vt:lpstr>
      <vt:lpstr>Predicting missed appointments:  The Data, basic EDA</vt:lpstr>
      <vt:lpstr>Predicting missed appointments:  The Data, basic EDA</vt:lpstr>
      <vt:lpstr>Predicting missed appointments:  The Data, basic EDA</vt:lpstr>
      <vt:lpstr>Yearly and Monthly Trends</vt:lpstr>
      <vt:lpstr>Testing whether the data is stationary.    Null Hypothesis H0: The data is non-stationary    Alternative Hypothesis H1: The data is stationary</vt:lpstr>
      <vt:lpstr>Building the Model</vt:lpstr>
      <vt:lpstr>Hyperparameter Tuning (manual &amp; auto)</vt:lpstr>
      <vt:lpstr>Results, no forecast</vt:lpstr>
      <vt:lpstr>Results with forecast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This is the title of the presentation</dc:title>
  <dc:creator>Team Yoke</dc:creator>
  <cp:lastModifiedBy>THRUPP, Fiona (NHS BRISTOL, NORTH SOMERSET AND SOUTH GLOUCESTERSHIRE ICB - 15C)</cp:lastModifiedBy>
  <cp:revision>13</cp:revision>
  <dcterms:created xsi:type="dcterms:W3CDTF">2024-04-10T09:25:02Z</dcterms:created>
  <dcterms:modified xsi:type="dcterms:W3CDTF">2026-07-07T12:49:46Z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0x01010013227FA4040FC24A80A63F4C2205E1CD</vt:lpwstr>
  </property>
  <property fmtid="{D5CDD505-2E9C-101B-9397-08002B2CF9AE}" pid="3" name="MediaServiceImageTags">
    <vt:lpwstr/>
  </property>
</Properties>
</file>