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 id="2147483684" r:id="rId5"/>
    <p:sldMasterId id="2147483681" r:id="rId6"/>
    <p:sldMasterId id="2147483678" r:id="rId7"/>
  </p:sldMasterIdLst>
  <p:notesMasterIdLst>
    <p:notesMasterId r:id="rId25"/>
  </p:notesMasterIdLst>
  <p:sldIdLst>
    <p:sldId id="259" r:id="rId8"/>
    <p:sldId id="264" r:id="rId9"/>
    <p:sldId id="271" r:id="rId10"/>
    <p:sldId id="306" r:id="rId11"/>
    <p:sldId id="328" r:id="rId12"/>
    <p:sldId id="317" r:id="rId13"/>
    <p:sldId id="327" r:id="rId14"/>
    <p:sldId id="318" r:id="rId15"/>
    <p:sldId id="326" r:id="rId16"/>
    <p:sldId id="322" r:id="rId17"/>
    <p:sldId id="325" r:id="rId18"/>
    <p:sldId id="319" r:id="rId19"/>
    <p:sldId id="324" r:id="rId20"/>
    <p:sldId id="320" r:id="rId21"/>
    <p:sldId id="323" r:id="rId22"/>
    <p:sldId id="316" r:id="rId23"/>
    <p:sldId id="269" r:id="rId24"/>
  </p:sldIdLst>
  <p:sldSz cx="12192000" cy="6858000"/>
  <p:notesSz cx="6858000" cy="9144000"/>
  <p:defaultTextStyle>
    <a:defPPr>
      <a:defRPr kern="0"/>
    </a:def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F26E3A-0974-2F96-7488-96FB417BDDF9}" name="TOMLIN, Lynne (NHS BRISTOL, NORTH SOMERSET AND SOUTH GLOUCESTERSHIRE ICB - 15C)" initials="T1" userId="S::lynne.tomlin@nhs.net::a58711e5-f617-48fa-b0fe-cbb5b47e53f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CF01"/>
    <a:srgbClr val="AB3EFC"/>
    <a:srgbClr val="39BCB9"/>
    <a:srgbClr val="C462FA"/>
    <a:srgbClr val="6DAEDB"/>
    <a:srgbClr val="85BDC3"/>
    <a:srgbClr val="30C248"/>
    <a:srgbClr val="049FC1"/>
    <a:srgbClr val="9EF101"/>
    <a:srgbClr val="D091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00F216-E84E-4C6D-A7CA-74702022E6C2}" v="20" dt="2026-05-01T10:53:54.769"/>
    <p1510:client id="{6EC5594B-CB83-4303-8B8A-DB112B0808AE}" v="17" dt="2026-05-01T10:28:55.219"/>
  </p1510:revLst>
</p1510:revInfo>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293" autoAdjust="0"/>
  </p:normalViewPr>
  <p:slideViewPr>
    <p:cSldViewPr snapToGrid="0">
      <p:cViewPr varScale="1">
        <p:scale>
          <a:sx n="84" d="100"/>
          <a:sy n="84" d="100"/>
        </p:scale>
        <p:origin x="1596"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Tori (NHS BRISTOL, NORTH SOMERSET AND SOUTH GLOUCESTERSHIRE ICB - 15C)" userId="136ccb56-af0c-4097-9344-e82ebec0a134" providerId="ADAL" clId="{2AE6EAD6-30AC-4E6D-A13D-44B34F4A6C7E}"/>
    <pc:docChg chg="modSld">
      <pc:chgData name="HARRIS, Tori (NHS BRISTOL, NORTH SOMERSET AND SOUTH GLOUCESTERSHIRE ICB - 15C)" userId="136ccb56-af0c-4097-9344-e82ebec0a134" providerId="ADAL" clId="{2AE6EAD6-30AC-4E6D-A13D-44B34F4A6C7E}" dt="2026-04-28T12:44:44.024" v="7"/>
      <pc:docMkLst>
        <pc:docMk/>
      </pc:docMkLst>
    </pc:docChg>
  </pc:docChgLst>
  <pc:docChgLst>
    <pc:chgData name="SUMMERELL, Anne (NHS BRISTOL, NORTH SOMERSET AND SOUTH GLOUCESTERSHIRE ICB - 15C)" userId="f5c5daca-65f6-47bd-a111-c4d903b9ca03" providerId="ADAL" clId="{AB2E9D5C-6D0F-41D4-8420-81BAA55DFFF6}"/>
    <pc:docChg chg="undo custSel addSld delSld modSld sldOrd">
      <pc:chgData name="SUMMERELL, Anne (NHS BRISTOL, NORTH SOMERSET AND SOUTH GLOUCESTERSHIRE ICB - 15C)" userId="f5c5daca-65f6-47bd-a111-c4d903b9ca03" providerId="ADAL" clId="{AB2E9D5C-6D0F-41D4-8420-81BAA55DFFF6}" dt="2026-05-01T11:01:37.522" v="1209" actId="1076"/>
      <pc:docMkLst>
        <pc:docMk/>
      </pc:docMkLst>
      <pc:sldChg chg="modSp mod modNotesTx">
        <pc:chgData name="SUMMERELL, Anne (NHS BRISTOL, NORTH SOMERSET AND SOUTH GLOUCESTERSHIRE ICB - 15C)" userId="f5c5daca-65f6-47bd-a111-c4d903b9ca03" providerId="ADAL" clId="{AB2E9D5C-6D0F-41D4-8420-81BAA55DFFF6}" dt="2026-05-01T10:56:32.497" v="1166" actId="2"/>
        <pc:sldMkLst>
          <pc:docMk/>
          <pc:sldMk cId="742242885" sldId="259"/>
        </pc:sldMkLst>
        <pc:spChg chg="mod">
          <ac:chgData name="SUMMERELL, Anne (NHS BRISTOL, NORTH SOMERSET AND SOUTH GLOUCESTERSHIRE ICB - 15C)" userId="f5c5daca-65f6-47bd-a111-c4d903b9ca03" providerId="ADAL" clId="{AB2E9D5C-6D0F-41D4-8420-81BAA55DFFF6}" dt="2026-05-01T10:56:32.497" v="1166" actId="2"/>
          <ac:spMkLst>
            <pc:docMk/>
            <pc:sldMk cId="742242885" sldId="259"/>
            <ac:spMk id="2" creationId="{185C8B1E-DE02-7DF6-229B-B571CDB5094D}"/>
          </ac:spMkLst>
        </pc:spChg>
        <pc:spChg chg="mod">
          <ac:chgData name="SUMMERELL, Anne (NHS BRISTOL, NORTH SOMERSET AND SOUTH GLOUCESTERSHIRE ICB - 15C)" userId="f5c5daca-65f6-47bd-a111-c4d903b9ca03" providerId="ADAL" clId="{AB2E9D5C-6D0F-41D4-8420-81BAA55DFFF6}" dt="2026-05-01T10:44:16.393" v="888" actId="14100"/>
          <ac:spMkLst>
            <pc:docMk/>
            <pc:sldMk cId="742242885" sldId="259"/>
            <ac:spMk id="3" creationId="{5F7CDCE7-A2CA-0CA9-6007-66251EBB1F0F}"/>
          </ac:spMkLst>
        </pc:spChg>
      </pc:sldChg>
      <pc:sldChg chg="addSp modSp mod modNotesTx">
        <pc:chgData name="SUMMERELL, Anne (NHS BRISTOL, NORTH SOMERSET AND SOUTH GLOUCESTERSHIRE ICB - 15C)" userId="f5c5daca-65f6-47bd-a111-c4d903b9ca03" providerId="ADAL" clId="{AB2E9D5C-6D0F-41D4-8420-81BAA55DFFF6}" dt="2026-05-01T11:01:37.522" v="1209" actId="1076"/>
        <pc:sldMkLst>
          <pc:docMk/>
          <pc:sldMk cId="4051366518" sldId="264"/>
        </pc:sldMkLst>
        <pc:spChg chg="mod">
          <ac:chgData name="SUMMERELL, Anne (NHS BRISTOL, NORTH SOMERSET AND SOUTH GLOUCESTERSHIRE ICB - 15C)" userId="f5c5daca-65f6-47bd-a111-c4d903b9ca03" providerId="ADAL" clId="{AB2E9D5C-6D0F-41D4-8420-81BAA55DFFF6}" dt="2026-05-01T10:43:25.073" v="820" actId="1076"/>
          <ac:spMkLst>
            <pc:docMk/>
            <pc:sldMk cId="4051366518" sldId="264"/>
            <ac:spMk id="3" creationId="{A9F7EAA3-22B4-FB1E-8787-576C4853B423}"/>
          </ac:spMkLst>
        </pc:spChg>
        <pc:spChg chg="add mod">
          <ac:chgData name="SUMMERELL, Anne (NHS BRISTOL, NORTH SOMERSET AND SOUTH GLOUCESTERSHIRE ICB - 15C)" userId="f5c5daca-65f6-47bd-a111-c4d903b9ca03" providerId="ADAL" clId="{AB2E9D5C-6D0F-41D4-8420-81BAA55DFFF6}" dt="2026-05-01T11:01:37.522" v="1209" actId="1076"/>
          <ac:spMkLst>
            <pc:docMk/>
            <pc:sldMk cId="4051366518" sldId="264"/>
            <ac:spMk id="5" creationId="{394325A9-96EB-AFAB-FDB9-9F9CBC1C847F}"/>
          </ac:spMkLst>
        </pc:spChg>
      </pc:sldChg>
      <pc:sldChg chg="addSp delSp modSp mod modNotesTx">
        <pc:chgData name="SUMMERELL, Anne (NHS BRISTOL, NORTH SOMERSET AND SOUTH GLOUCESTERSHIRE ICB - 15C)" userId="f5c5daca-65f6-47bd-a111-c4d903b9ca03" providerId="ADAL" clId="{AB2E9D5C-6D0F-41D4-8420-81BAA55DFFF6}" dt="2026-05-01T10:54:43.844" v="1145" actId="6549"/>
        <pc:sldMkLst>
          <pc:docMk/>
          <pc:sldMk cId="3404375189" sldId="271"/>
        </pc:sldMkLst>
        <pc:spChg chg="mod">
          <ac:chgData name="SUMMERELL, Anne (NHS BRISTOL, NORTH SOMERSET AND SOUTH GLOUCESTERSHIRE ICB - 15C)" userId="f5c5daca-65f6-47bd-a111-c4d903b9ca03" providerId="ADAL" clId="{AB2E9D5C-6D0F-41D4-8420-81BAA55DFFF6}" dt="2026-05-01T10:44:49.905" v="904" actId="20577"/>
          <ac:spMkLst>
            <pc:docMk/>
            <pc:sldMk cId="3404375189" sldId="271"/>
            <ac:spMk id="2" creationId="{41EC4EA9-FC86-07BE-B5F1-6AFC31EF1009}"/>
          </ac:spMkLst>
        </pc:spChg>
        <pc:spChg chg="add mod">
          <ac:chgData name="SUMMERELL, Anne (NHS BRISTOL, NORTH SOMERSET AND SOUTH GLOUCESTERSHIRE ICB - 15C)" userId="f5c5daca-65f6-47bd-a111-c4d903b9ca03" providerId="ADAL" clId="{AB2E9D5C-6D0F-41D4-8420-81BAA55DFFF6}" dt="2026-05-01T10:44:43.078" v="893" actId="207"/>
          <ac:spMkLst>
            <pc:docMk/>
            <pc:sldMk cId="3404375189" sldId="271"/>
            <ac:spMk id="7" creationId="{5C26DD82-A1C0-5BB5-678C-77E3CEDAA2C4}"/>
          </ac:spMkLst>
        </pc:spChg>
        <pc:picChg chg="add del mod">
          <ac:chgData name="SUMMERELL, Anne (NHS BRISTOL, NORTH SOMERSET AND SOUTH GLOUCESTERSHIRE ICB - 15C)" userId="f5c5daca-65f6-47bd-a111-c4d903b9ca03" providerId="ADAL" clId="{AB2E9D5C-6D0F-41D4-8420-81BAA55DFFF6}" dt="2026-05-01T10:44:33.953" v="890" actId="478"/>
          <ac:picMkLst>
            <pc:docMk/>
            <pc:sldMk cId="3404375189" sldId="271"/>
            <ac:picMk id="5" creationId="{A154237B-C65A-94DD-E945-CF98C40B11A6}"/>
          </ac:picMkLst>
        </pc:picChg>
        <pc:picChg chg="del">
          <ac:chgData name="SUMMERELL, Anne (NHS BRISTOL, NORTH SOMERSET AND SOUTH GLOUCESTERSHIRE ICB - 15C)" userId="f5c5daca-65f6-47bd-a111-c4d903b9ca03" providerId="ADAL" clId="{AB2E9D5C-6D0F-41D4-8420-81BAA55DFFF6}" dt="2026-05-01T09:26:25.157" v="17" actId="478"/>
          <ac:picMkLst>
            <pc:docMk/>
            <pc:sldMk cId="3404375189" sldId="271"/>
            <ac:picMk id="17" creationId="{26943576-AB8D-8870-40B5-8CCDBA5F9B76}"/>
          </ac:picMkLst>
        </pc:picChg>
      </pc:sldChg>
      <pc:sldChg chg="del">
        <pc:chgData name="SUMMERELL, Anne (NHS BRISTOL, NORTH SOMERSET AND SOUTH GLOUCESTERSHIRE ICB - 15C)" userId="f5c5daca-65f6-47bd-a111-c4d903b9ca03" providerId="ADAL" clId="{AB2E9D5C-6D0F-41D4-8420-81BAA55DFFF6}" dt="2026-05-01T10:29:21.571" v="783" actId="47"/>
        <pc:sldMkLst>
          <pc:docMk/>
          <pc:sldMk cId="1316051752" sldId="280"/>
        </pc:sldMkLst>
      </pc:sldChg>
      <pc:sldChg chg="del">
        <pc:chgData name="SUMMERELL, Anne (NHS BRISTOL, NORTH SOMERSET AND SOUTH GLOUCESTERSHIRE ICB - 15C)" userId="f5c5daca-65f6-47bd-a111-c4d903b9ca03" providerId="ADAL" clId="{AB2E9D5C-6D0F-41D4-8420-81BAA55DFFF6}" dt="2026-05-01T10:29:21.571" v="783" actId="47"/>
        <pc:sldMkLst>
          <pc:docMk/>
          <pc:sldMk cId="262407990" sldId="289"/>
        </pc:sldMkLst>
      </pc:sldChg>
      <pc:sldChg chg="del">
        <pc:chgData name="SUMMERELL, Anne (NHS BRISTOL, NORTH SOMERSET AND SOUTH GLOUCESTERSHIRE ICB - 15C)" userId="f5c5daca-65f6-47bd-a111-c4d903b9ca03" providerId="ADAL" clId="{AB2E9D5C-6D0F-41D4-8420-81BAA55DFFF6}" dt="2026-05-01T10:29:21.571" v="783" actId="47"/>
        <pc:sldMkLst>
          <pc:docMk/>
          <pc:sldMk cId="2817323968" sldId="301"/>
        </pc:sldMkLst>
      </pc:sldChg>
      <pc:sldChg chg="del">
        <pc:chgData name="SUMMERELL, Anne (NHS BRISTOL, NORTH SOMERSET AND SOUTH GLOUCESTERSHIRE ICB - 15C)" userId="f5c5daca-65f6-47bd-a111-c4d903b9ca03" providerId="ADAL" clId="{AB2E9D5C-6D0F-41D4-8420-81BAA55DFFF6}" dt="2026-05-01T10:29:21.571" v="783" actId="47"/>
        <pc:sldMkLst>
          <pc:docMk/>
          <pc:sldMk cId="2684836731" sldId="302"/>
        </pc:sldMkLst>
      </pc:sldChg>
      <pc:sldChg chg="del">
        <pc:chgData name="SUMMERELL, Anne (NHS BRISTOL, NORTH SOMERSET AND SOUTH GLOUCESTERSHIRE ICB - 15C)" userId="f5c5daca-65f6-47bd-a111-c4d903b9ca03" providerId="ADAL" clId="{AB2E9D5C-6D0F-41D4-8420-81BAA55DFFF6}" dt="2026-05-01T10:29:21.571" v="783" actId="47"/>
        <pc:sldMkLst>
          <pc:docMk/>
          <pc:sldMk cId="1175919118" sldId="303"/>
        </pc:sldMkLst>
      </pc:sldChg>
      <pc:sldChg chg="addSp delSp modSp mod modNotesTx">
        <pc:chgData name="SUMMERELL, Anne (NHS BRISTOL, NORTH SOMERSET AND SOUTH GLOUCESTERSHIRE ICB - 15C)" userId="f5c5daca-65f6-47bd-a111-c4d903b9ca03" providerId="ADAL" clId="{AB2E9D5C-6D0F-41D4-8420-81BAA55DFFF6}" dt="2026-05-01T10:55:27.520" v="1158" actId="1076"/>
        <pc:sldMkLst>
          <pc:docMk/>
          <pc:sldMk cId="4157229747" sldId="306"/>
        </pc:sldMkLst>
        <pc:spChg chg="mod">
          <ac:chgData name="SUMMERELL, Anne (NHS BRISTOL, NORTH SOMERSET AND SOUTH GLOUCESTERSHIRE ICB - 15C)" userId="f5c5daca-65f6-47bd-a111-c4d903b9ca03" providerId="ADAL" clId="{AB2E9D5C-6D0F-41D4-8420-81BAA55DFFF6}" dt="2026-05-01T10:45:15.193" v="930" actId="20577"/>
          <ac:spMkLst>
            <pc:docMk/>
            <pc:sldMk cId="4157229747" sldId="306"/>
            <ac:spMk id="2" creationId="{D3C3ABCF-E217-3C0D-FF3D-C40F913E198F}"/>
          </ac:spMkLst>
        </pc:spChg>
        <pc:spChg chg="del mod">
          <ac:chgData name="SUMMERELL, Anne (NHS BRISTOL, NORTH SOMERSET AND SOUTH GLOUCESTERSHIRE ICB - 15C)" userId="f5c5daca-65f6-47bd-a111-c4d903b9ca03" providerId="ADAL" clId="{AB2E9D5C-6D0F-41D4-8420-81BAA55DFFF6}" dt="2026-05-01T10:45:19.873" v="932" actId="478"/>
          <ac:spMkLst>
            <pc:docMk/>
            <pc:sldMk cId="4157229747" sldId="306"/>
            <ac:spMk id="22" creationId="{C0E7487F-23C5-8DB2-49A1-1DB25B189BF3}"/>
          </ac:spMkLst>
        </pc:spChg>
        <pc:grpChg chg="del">
          <ac:chgData name="SUMMERELL, Anne (NHS BRISTOL, NORTH SOMERSET AND SOUTH GLOUCESTERSHIRE ICB - 15C)" userId="f5c5daca-65f6-47bd-a111-c4d903b9ca03" providerId="ADAL" clId="{AB2E9D5C-6D0F-41D4-8420-81BAA55DFFF6}" dt="2026-05-01T09:31:09.028" v="98" actId="478"/>
          <ac:grpSpMkLst>
            <pc:docMk/>
            <pc:sldMk cId="4157229747" sldId="306"/>
            <ac:grpSpMk id="3" creationId="{9341287D-D7B7-C0C3-0678-26C379CD04A0}"/>
          </ac:grpSpMkLst>
        </pc:grpChg>
        <pc:picChg chg="add mod">
          <ac:chgData name="SUMMERELL, Anne (NHS BRISTOL, NORTH SOMERSET AND SOUTH GLOUCESTERSHIRE ICB - 15C)" userId="f5c5daca-65f6-47bd-a111-c4d903b9ca03" providerId="ADAL" clId="{AB2E9D5C-6D0F-41D4-8420-81BAA55DFFF6}" dt="2026-05-01T10:55:27.520" v="1158" actId="1076"/>
          <ac:picMkLst>
            <pc:docMk/>
            <pc:sldMk cId="4157229747" sldId="306"/>
            <ac:picMk id="5" creationId="{557F282B-4ADF-6459-0F4C-582ABF18E257}"/>
          </ac:picMkLst>
        </pc:picChg>
        <pc:picChg chg="add del mod">
          <ac:chgData name="SUMMERELL, Anne (NHS BRISTOL, NORTH SOMERSET AND SOUTH GLOUCESTERSHIRE ICB - 15C)" userId="f5c5daca-65f6-47bd-a111-c4d903b9ca03" providerId="ADAL" clId="{AB2E9D5C-6D0F-41D4-8420-81BAA55DFFF6}" dt="2026-05-01T10:45:17.329" v="931" actId="478"/>
          <ac:picMkLst>
            <pc:docMk/>
            <pc:sldMk cId="4157229747" sldId="306"/>
            <ac:picMk id="6" creationId="{7D3EEBDE-D89F-8623-EDFC-56A97E258DF8}"/>
          </ac:picMkLst>
        </pc:picChg>
        <pc:picChg chg="del">
          <ac:chgData name="SUMMERELL, Anne (NHS BRISTOL, NORTH SOMERSET AND SOUTH GLOUCESTERSHIRE ICB - 15C)" userId="f5c5daca-65f6-47bd-a111-c4d903b9ca03" providerId="ADAL" clId="{AB2E9D5C-6D0F-41D4-8420-81BAA55DFFF6}" dt="2026-05-01T09:31:09.028" v="98" actId="478"/>
          <ac:picMkLst>
            <pc:docMk/>
            <pc:sldMk cId="4157229747" sldId="306"/>
            <ac:picMk id="1026" creationId="{34B2F747-FBDC-2D35-0BE6-F92DBCD955BA}"/>
          </ac:picMkLst>
        </pc:picChg>
        <pc:cxnChg chg="del">
          <ac:chgData name="SUMMERELL, Anne (NHS BRISTOL, NORTH SOMERSET AND SOUTH GLOUCESTERSHIRE ICB - 15C)" userId="f5c5daca-65f6-47bd-a111-c4d903b9ca03" providerId="ADAL" clId="{AB2E9D5C-6D0F-41D4-8420-81BAA55DFFF6}" dt="2026-05-01T09:31:09.028" v="98" actId="478"/>
          <ac:cxnSpMkLst>
            <pc:docMk/>
            <pc:sldMk cId="4157229747" sldId="306"/>
            <ac:cxnSpMk id="17" creationId="{32650D78-DF8E-B6A6-EF1A-48045706ED2F}"/>
          </ac:cxnSpMkLst>
        </pc:cxnChg>
        <pc:cxnChg chg="del">
          <ac:chgData name="SUMMERELL, Anne (NHS BRISTOL, NORTH SOMERSET AND SOUTH GLOUCESTERSHIRE ICB - 15C)" userId="f5c5daca-65f6-47bd-a111-c4d903b9ca03" providerId="ADAL" clId="{AB2E9D5C-6D0F-41D4-8420-81BAA55DFFF6}" dt="2026-05-01T09:31:09.028" v="98" actId="478"/>
          <ac:cxnSpMkLst>
            <pc:docMk/>
            <pc:sldMk cId="4157229747" sldId="306"/>
            <ac:cxnSpMk id="18" creationId="{CC812DBE-92E5-4B28-7017-1AD27469AEC0}"/>
          </ac:cxnSpMkLst>
        </pc:cxnChg>
        <pc:cxnChg chg="del">
          <ac:chgData name="SUMMERELL, Anne (NHS BRISTOL, NORTH SOMERSET AND SOUTH GLOUCESTERSHIRE ICB - 15C)" userId="f5c5daca-65f6-47bd-a111-c4d903b9ca03" providerId="ADAL" clId="{AB2E9D5C-6D0F-41D4-8420-81BAA55DFFF6}" dt="2026-05-01T09:31:09.028" v="98" actId="478"/>
          <ac:cxnSpMkLst>
            <pc:docMk/>
            <pc:sldMk cId="4157229747" sldId="306"/>
            <ac:cxnSpMk id="20" creationId="{7C7C41A2-834E-5D11-F443-C87A6F557F3A}"/>
          </ac:cxnSpMkLst>
        </pc:cxnChg>
      </pc:sldChg>
      <pc:sldChg chg="addSp delSp modSp del mod">
        <pc:chgData name="SUMMERELL, Anne (NHS BRISTOL, NORTH SOMERSET AND SOUTH GLOUCESTERSHIRE ICB - 15C)" userId="f5c5daca-65f6-47bd-a111-c4d903b9ca03" providerId="ADAL" clId="{AB2E9D5C-6D0F-41D4-8420-81BAA55DFFF6}" dt="2026-05-01T10:45:54.464" v="938" actId="47"/>
        <pc:sldMkLst>
          <pc:docMk/>
          <pc:sldMk cId="666347728" sldId="307"/>
        </pc:sldMkLst>
        <pc:spChg chg="mod">
          <ac:chgData name="SUMMERELL, Anne (NHS BRISTOL, NORTH SOMERSET AND SOUTH GLOUCESTERSHIRE ICB - 15C)" userId="f5c5daca-65f6-47bd-a111-c4d903b9ca03" providerId="ADAL" clId="{AB2E9D5C-6D0F-41D4-8420-81BAA55DFFF6}" dt="2026-05-01T10:10:14.769" v="480" actId="108"/>
          <ac:spMkLst>
            <pc:docMk/>
            <pc:sldMk cId="666347728" sldId="307"/>
            <ac:spMk id="2" creationId="{1D7A5A58-828E-06BF-8C3D-C78EE2C9FC6A}"/>
          </ac:spMkLst>
        </pc:spChg>
        <pc:spChg chg="del">
          <ac:chgData name="SUMMERELL, Anne (NHS BRISTOL, NORTH SOMERSET AND SOUTH GLOUCESTERSHIRE ICB - 15C)" userId="f5c5daca-65f6-47bd-a111-c4d903b9ca03" providerId="ADAL" clId="{AB2E9D5C-6D0F-41D4-8420-81BAA55DFFF6}" dt="2026-05-01T10:09:49.430" v="473" actId="478"/>
          <ac:spMkLst>
            <pc:docMk/>
            <pc:sldMk cId="666347728" sldId="307"/>
            <ac:spMk id="3" creationId="{503E5277-1436-3694-77C7-073B098E2F20}"/>
          </ac:spMkLst>
        </pc:spChg>
        <pc:spChg chg="del">
          <ac:chgData name="SUMMERELL, Anne (NHS BRISTOL, NORTH SOMERSET AND SOUTH GLOUCESTERSHIRE ICB - 15C)" userId="f5c5daca-65f6-47bd-a111-c4d903b9ca03" providerId="ADAL" clId="{AB2E9D5C-6D0F-41D4-8420-81BAA55DFFF6}" dt="2026-05-01T10:09:49.430" v="473" actId="478"/>
          <ac:spMkLst>
            <pc:docMk/>
            <pc:sldMk cId="666347728" sldId="307"/>
            <ac:spMk id="4" creationId="{8DB5E33E-681F-E5D9-753F-94818F002F89}"/>
          </ac:spMkLst>
        </pc:spChg>
        <pc:spChg chg="del">
          <ac:chgData name="SUMMERELL, Anne (NHS BRISTOL, NORTH SOMERSET AND SOUTH GLOUCESTERSHIRE ICB - 15C)" userId="f5c5daca-65f6-47bd-a111-c4d903b9ca03" providerId="ADAL" clId="{AB2E9D5C-6D0F-41D4-8420-81BAA55DFFF6}" dt="2026-05-01T10:09:49.430" v="473" actId="478"/>
          <ac:spMkLst>
            <pc:docMk/>
            <pc:sldMk cId="666347728" sldId="307"/>
            <ac:spMk id="5" creationId="{02AB8E7F-6B0F-AF9C-609F-FD5D81F8C820}"/>
          </ac:spMkLst>
        </pc:spChg>
        <pc:spChg chg="add del mod">
          <ac:chgData name="SUMMERELL, Anne (NHS BRISTOL, NORTH SOMERSET AND SOUTH GLOUCESTERSHIRE ICB - 15C)" userId="f5c5daca-65f6-47bd-a111-c4d903b9ca03" providerId="ADAL" clId="{AB2E9D5C-6D0F-41D4-8420-81BAA55DFFF6}" dt="2026-05-01T10:09:54.254" v="474" actId="478"/>
          <ac:spMkLst>
            <pc:docMk/>
            <pc:sldMk cId="666347728" sldId="307"/>
            <ac:spMk id="6" creationId="{67C79966-F3D6-0FC6-5905-28078C734E97}"/>
          </ac:spMkLst>
        </pc:spChg>
        <pc:spChg chg="add mod">
          <ac:chgData name="SUMMERELL, Anne (NHS BRISTOL, NORTH SOMERSET AND SOUTH GLOUCESTERSHIRE ICB - 15C)" userId="f5c5daca-65f6-47bd-a111-c4d903b9ca03" providerId="ADAL" clId="{AB2E9D5C-6D0F-41D4-8420-81BAA55DFFF6}" dt="2026-05-01T10:11:19.374" v="497" actId="20577"/>
          <ac:spMkLst>
            <pc:docMk/>
            <pc:sldMk cId="666347728" sldId="307"/>
            <ac:spMk id="8" creationId="{BFE4CF96-7FE7-AC48-8A0A-CE8A0BFAC7CC}"/>
          </ac:spMkLst>
        </pc:spChg>
        <pc:spChg chg="del">
          <ac:chgData name="SUMMERELL, Anne (NHS BRISTOL, NORTH SOMERSET AND SOUTH GLOUCESTERSHIRE ICB - 15C)" userId="f5c5daca-65f6-47bd-a111-c4d903b9ca03" providerId="ADAL" clId="{AB2E9D5C-6D0F-41D4-8420-81BAA55DFFF6}" dt="2026-05-01T10:09:49.430" v="473" actId="478"/>
          <ac:spMkLst>
            <pc:docMk/>
            <pc:sldMk cId="666347728" sldId="307"/>
            <ac:spMk id="13" creationId="{DE59593E-31BD-15C3-4639-B03F6E6962DD}"/>
          </ac:spMkLst>
        </pc:spChg>
        <pc:spChg chg="del">
          <ac:chgData name="SUMMERELL, Anne (NHS BRISTOL, NORTH SOMERSET AND SOUTH GLOUCESTERSHIRE ICB - 15C)" userId="f5c5daca-65f6-47bd-a111-c4d903b9ca03" providerId="ADAL" clId="{AB2E9D5C-6D0F-41D4-8420-81BAA55DFFF6}" dt="2026-05-01T10:09:49.430" v="473" actId="478"/>
          <ac:spMkLst>
            <pc:docMk/>
            <pc:sldMk cId="666347728" sldId="307"/>
            <ac:spMk id="14" creationId="{25472C52-CB71-6C05-39BB-0AED32A62036}"/>
          </ac:spMkLst>
        </pc:spChg>
        <pc:spChg chg="del">
          <ac:chgData name="SUMMERELL, Anne (NHS BRISTOL, NORTH SOMERSET AND SOUTH GLOUCESTERSHIRE ICB - 15C)" userId="f5c5daca-65f6-47bd-a111-c4d903b9ca03" providerId="ADAL" clId="{AB2E9D5C-6D0F-41D4-8420-81BAA55DFFF6}" dt="2026-05-01T10:09:55.774" v="475" actId="478"/>
          <ac:spMkLst>
            <pc:docMk/>
            <pc:sldMk cId="666347728" sldId="307"/>
            <ac:spMk id="17" creationId="{3B2B2C23-A531-58E5-AF0F-2ACBAD352583}"/>
          </ac:spMkLst>
        </pc:spChg>
        <pc:spChg chg="del">
          <ac:chgData name="SUMMERELL, Anne (NHS BRISTOL, NORTH SOMERSET AND SOUTH GLOUCESTERSHIRE ICB - 15C)" userId="f5c5daca-65f6-47bd-a111-c4d903b9ca03" providerId="ADAL" clId="{AB2E9D5C-6D0F-41D4-8420-81BAA55DFFF6}" dt="2026-05-01T10:09:49.430" v="473" actId="478"/>
          <ac:spMkLst>
            <pc:docMk/>
            <pc:sldMk cId="666347728" sldId="307"/>
            <ac:spMk id="19" creationId="{A1A8FFA6-6B20-E407-C264-088E3F773B71}"/>
          </ac:spMkLst>
        </pc:spChg>
        <pc:spChg chg="del">
          <ac:chgData name="SUMMERELL, Anne (NHS BRISTOL, NORTH SOMERSET AND SOUTH GLOUCESTERSHIRE ICB - 15C)" userId="f5c5daca-65f6-47bd-a111-c4d903b9ca03" providerId="ADAL" clId="{AB2E9D5C-6D0F-41D4-8420-81BAA55DFFF6}" dt="2026-05-01T10:09:49.430" v="473" actId="478"/>
          <ac:spMkLst>
            <pc:docMk/>
            <pc:sldMk cId="666347728" sldId="307"/>
            <ac:spMk id="24" creationId="{6AD2AE3A-A81E-BBAA-B6E6-9C4BCAEC437B}"/>
          </ac:spMkLst>
        </pc:spChg>
        <pc:spChg chg="del">
          <ac:chgData name="SUMMERELL, Anne (NHS BRISTOL, NORTH SOMERSET AND SOUTH GLOUCESTERSHIRE ICB - 15C)" userId="f5c5daca-65f6-47bd-a111-c4d903b9ca03" providerId="ADAL" clId="{AB2E9D5C-6D0F-41D4-8420-81BAA55DFFF6}" dt="2026-05-01T10:09:49.430" v="473" actId="478"/>
          <ac:spMkLst>
            <pc:docMk/>
            <pc:sldMk cId="666347728" sldId="307"/>
            <ac:spMk id="25" creationId="{DE9B20D5-811F-4717-F8F1-E323BF1B3C0F}"/>
          </ac:spMkLst>
        </pc:spChg>
        <pc:spChg chg="del">
          <ac:chgData name="SUMMERELL, Anne (NHS BRISTOL, NORTH SOMERSET AND SOUTH GLOUCESTERSHIRE ICB - 15C)" userId="f5c5daca-65f6-47bd-a111-c4d903b9ca03" providerId="ADAL" clId="{AB2E9D5C-6D0F-41D4-8420-81BAA55DFFF6}" dt="2026-05-01T10:09:49.430" v="473" actId="478"/>
          <ac:spMkLst>
            <pc:docMk/>
            <pc:sldMk cId="666347728" sldId="307"/>
            <ac:spMk id="27" creationId="{F634EBCC-677E-A7D7-30E4-E1D06E10A854}"/>
          </ac:spMkLst>
        </pc:spChg>
      </pc:sldChg>
      <pc:sldChg chg="del">
        <pc:chgData name="SUMMERELL, Anne (NHS BRISTOL, NORTH SOMERSET AND SOUTH GLOUCESTERSHIRE ICB - 15C)" userId="f5c5daca-65f6-47bd-a111-c4d903b9ca03" providerId="ADAL" clId="{AB2E9D5C-6D0F-41D4-8420-81BAA55DFFF6}" dt="2026-05-01T10:29:21.571" v="783" actId="47"/>
        <pc:sldMkLst>
          <pc:docMk/>
          <pc:sldMk cId="3557198715" sldId="308"/>
        </pc:sldMkLst>
      </pc:sldChg>
      <pc:sldChg chg="del">
        <pc:chgData name="SUMMERELL, Anne (NHS BRISTOL, NORTH SOMERSET AND SOUTH GLOUCESTERSHIRE ICB - 15C)" userId="f5c5daca-65f6-47bd-a111-c4d903b9ca03" providerId="ADAL" clId="{AB2E9D5C-6D0F-41D4-8420-81BAA55DFFF6}" dt="2026-05-01T10:29:21.571" v="783" actId="47"/>
        <pc:sldMkLst>
          <pc:docMk/>
          <pc:sldMk cId="2258710601" sldId="309"/>
        </pc:sldMkLst>
      </pc:sldChg>
      <pc:sldChg chg="addSp delSp modSp del mod">
        <pc:chgData name="SUMMERELL, Anne (NHS BRISTOL, NORTH SOMERSET AND SOUTH GLOUCESTERSHIRE ICB - 15C)" userId="f5c5daca-65f6-47bd-a111-c4d903b9ca03" providerId="ADAL" clId="{AB2E9D5C-6D0F-41D4-8420-81BAA55DFFF6}" dt="2026-05-01T10:45:54.464" v="938" actId="47"/>
        <pc:sldMkLst>
          <pc:docMk/>
          <pc:sldMk cId="1242058585" sldId="310"/>
        </pc:sldMkLst>
        <pc:spChg chg="mod">
          <ac:chgData name="SUMMERELL, Anne (NHS BRISTOL, NORTH SOMERSET AND SOUTH GLOUCESTERSHIRE ICB - 15C)" userId="f5c5daca-65f6-47bd-a111-c4d903b9ca03" providerId="ADAL" clId="{AB2E9D5C-6D0F-41D4-8420-81BAA55DFFF6}" dt="2026-05-01T10:06:29.261" v="430" actId="20577"/>
          <ac:spMkLst>
            <pc:docMk/>
            <pc:sldMk cId="1242058585" sldId="310"/>
            <ac:spMk id="2" creationId="{0C756E1C-E515-026D-8B65-6C62B3986DFD}"/>
          </ac:spMkLst>
        </pc:spChg>
        <pc:spChg chg="mod">
          <ac:chgData name="SUMMERELL, Anne (NHS BRISTOL, NORTH SOMERSET AND SOUTH GLOUCESTERSHIRE ICB - 15C)" userId="f5c5daca-65f6-47bd-a111-c4d903b9ca03" providerId="ADAL" clId="{AB2E9D5C-6D0F-41D4-8420-81BAA55DFFF6}" dt="2026-05-01T10:08:55.575" v="472" actId="14100"/>
          <ac:spMkLst>
            <pc:docMk/>
            <pc:sldMk cId="1242058585" sldId="310"/>
            <ac:spMk id="8" creationId="{F39AA304-DE00-4B75-312E-4B892EA2880D}"/>
          </ac:spMkLst>
        </pc:spChg>
        <pc:spChg chg="mod">
          <ac:chgData name="SUMMERELL, Anne (NHS BRISTOL, NORTH SOMERSET AND SOUTH GLOUCESTERSHIRE ICB - 15C)" userId="f5c5daca-65f6-47bd-a111-c4d903b9ca03" providerId="ADAL" clId="{AB2E9D5C-6D0F-41D4-8420-81BAA55DFFF6}" dt="2026-05-01T10:05:47.900" v="396" actId="1076"/>
          <ac:spMkLst>
            <pc:docMk/>
            <pc:sldMk cId="1242058585" sldId="310"/>
            <ac:spMk id="22" creationId="{76E9E900-0301-2601-D555-B28F61604CA9}"/>
          </ac:spMkLst>
        </pc:spChg>
        <pc:grpChg chg="del">
          <ac:chgData name="SUMMERELL, Anne (NHS BRISTOL, NORTH SOMERSET AND SOUTH GLOUCESTERSHIRE ICB - 15C)" userId="f5c5daca-65f6-47bd-a111-c4d903b9ca03" providerId="ADAL" clId="{AB2E9D5C-6D0F-41D4-8420-81BAA55DFFF6}" dt="2026-05-01T10:05:26.298" v="370" actId="478"/>
          <ac:grpSpMkLst>
            <pc:docMk/>
            <pc:sldMk cId="1242058585" sldId="310"/>
            <ac:grpSpMk id="16" creationId="{A1C29EC0-EE3B-4C56-3D9F-32548BD1E235}"/>
          </ac:grpSpMkLst>
        </pc:grpChg>
        <pc:picChg chg="add mod">
          <ac:chgData name="SUMMERELL, Anne (NHS BRISTOL, NORTH SOMERSET AND SOUTH GLOUCESTERSHIRE ICB - 15C)" userId="f5c5daca-65f6-47bd-a111-c4d903b9ca03" providerId="ADAL" clId="{AB2E9D5C-6D0F-41D4-8420-81BAA55DFFF6}" dt="2026-05-01T10:05:33.013" v="375" actId="1076"/>
          <ac:picMkLst>
            <pc:docMk/>
            <pc:sldMk cId="1242058585" sldId="310"/>
            <ac:picMk id="5" creationId="{C8A1FB1B-F8CC-FC4B-8CD0-7175E51495DE}"/>
          </ac:picMkLst>
        </pc:picChg>
      </pc:sldChg>
      <pc:sldChg chg="addSp delSp modSp add del mod">
        <pc:chgData name="SUMMERELL, Anne (NHS BRISTOL, NORTH SOMERSET AND SOUTH GLOUCESTERSHIRE ICB - 15C)" userId="f5c5daca-65f6-47bd-a111-c4d903b9ca03" providerId="ADAL" clId="{AB2E9D5C-6D0F-41D4-8420-81BAA55DFFF6}" dt="2026-05-01T10:45:54.464" v="938" actId="47"/>
        <pc:sldMkLst>
          <pc:docMk/>
          <pc:sldMk cId="176227311" sldId="311"/>
        </pc:sldMkLst>
        <pc:spChg chg="mod">
          <ac:chgData name="SUMMERELL, Anne (NHS BRISTOL, NORTH SOMERSET AND SOUTH GLOUCESTERSHIRE ICB - 15C)" userId="f5c5daca-65f6-47bd-a111-c4d903b9ca03" providerId="ADAL" clId="{AB2E9D5C-6D0F-41D4-8420-81BAA55DFFF6}" dt="2026-05-01T10:14:00.623" v="500" actId="27636"/>
          <ac:spMkLst>
            <pc:docMk/>
            <pc:sldMk cId="176227311" sldId="311"/>
            <ac:spMk id="2" creationId="{6ED394D6-2031-E958-3C43-06E39A53FE4B}"/>
          </ac:spMkLst>
        </pc:spChg>
        <pc:spChg chg="del">
          <ac:chgData name="SUMMERELL, Anne (NHS BRISTOL, NORTH SOMERSET AND SOUTH GLOUCESTERSHIRE ICB - 15C)" userId="f5c5daca-65f6-47bd-a111-c4d903b9ca03" providerId="ADAL" clId="{AB2E9D5C-6D0F-41D4-8420-81BAA55DFFF6}" dt="2026-05-01T10:14:12.495" v="501" actId="478"/>
          <ac:spMkLst>
            <pc:docMk/>
            <pc:sldMk cId="176227311" sldId="311"/>
            <ac:spMk id="8" creationId="{295D7DFC-656F-51A7-56BE-286135958FE1}"/>
          </ac:spMkLst>
        </pc:spChg>
        <pc:picChg chg="add mod">
          <ac:chgData name="SUMMERELL, Anne (NHS BRISTOL, NORTH SOMERSET AND SOUTH GLOUCESTERSHIRE ICB - 15C)" userId="f5c5daca-65f6-47bd-a111-c4d903b9ca03" providerId="ADAL" clId="{AB2E9D5C-6D0F-41D4-8420-81BAA55DFFF6}" dt="2026-05-01T10:14:18.406" v="505" actId="14100"/>
          <ac:picMkLst>
            <pc:docMk/>
            <pc:sldMk cId="176227311" sldId="311"/>
            <ac:picMk id="4" creationId="{AF1EC16D-820A-01A6-B67A-1E1ED4926C1A}"/>
          </ac:picMkLst>
        </pc:picChg>
      </pc:sldChg>
      <pc:sldChg chg="addSp delSp modSp add del mod">
        <pc:chgData name="SUMMERELL, Anne (NHS BRISTOL, NORTH SOMERSET AND SOUTH GLOUCESTERSHIRE ICB - 15C)" userId="f5c5daca-65f6-47bd-a111-c4d903b9ca03" providerId="ADAL" clId="{AB2E9D5C-6D0F-41D4-8420-81BAA55DFFF6}" dt="2026-05-01T10:45:54.464" v="938" actId="47"/>
        <pc:sldMkLst>
          <pc:docMk/>
          <pc:sldMk cId="1340969285" sldId="312"/>
        </pc:sldMkLst>
        <pc:spChg chg="mod">
          <ac:chgData name="SUMMERELL, Anne (NHS BRISTOL, NORTH SOMERSET AND SOUTH GLOUCESTERSHIRE ICB - 15C)" userId="f5c5daca-65f6-47bd-a111-c4d903b9ca03" providerId="ADAL" clId="{AB2E9D5C-6D0F-41D4-8420-81BAA55DFFF6}" dt="2026-05-01T10:20:18.291" v="647" actId="27636"/>
          <ac:spMkLst>
            <pc:docMk/>
            <pc:sldMk cId="1340969285" sldId="312"/>
            <ac:spMk id="2" creationId="{4F860706-767E-D2C7-8F0B-06C248F3726D}"/>
          </ac:spMkLst>
        </pc:spChg>
        <pc:spChg chg="add mod">
          <ac:chgData name="SUMMERELL, Anne (NHS BRISTOL, NORTH SOMERSET AND SOUTH GLOUCESTERSHIRE ICB - 15C)" userId="f5c5daca-65f6-47bd-a111-c4d903b9ca03" providerId="ADAL" clId="{AB2E9D5C-6D0F-41D4-8420-81BAA55DFFF6}" dt="2026-05-01T10:21:24.944" v="661" actId="113"/>
          <ac:spMkLst>
            <pc:docMk/>
            <pc:sldMk cId="1340969285" sldId="312"/>
            <ac:spMk id="7" creationId="{B24CDE80-C121-77C6-7836-4C23D7187AA7}"/>
          </ac:spMkLst>
        </pc:spChg>
        <pc:picChg chg="del">
          <ac:chgData name="SUMMERELL, Anne (NHS BRISTOL, NORTH SOMERSET AND SOUTH GLOUCESTERSHIRE ICB - 15C)" userId="f5c5daca-65f6-47bd-a111-c4d903b9ca03" providerId="ADAL" clId="{AB2E9D5C-6D0F-41D4-8420-81BAA55DFFF6}" dt="2026-05-01T10:20:01.734" v="641" actId="478"/>
          <ac:picMkLst>
            <pc:docMk/>
            <pc:sldMk cId="1340969285" sldId="312"/>
            <ac:picMk id="4" creationId="{2F85900B-E7CB-BCB8-CA52-D195C0096C61}"/>
          </ac:picMkLst>
        </pc:picChg>
        <pc:picChg chg="add mod">
          <ac:chgData name="SUMMERELL, Anne (NHS BRISTOL, NORTH SOMERSET AND SOUTH GLOUCESTERSHIRE ICB - 15C)" userId="f5c5daca-65f6-47bd-a111-c4d903b9ca03" providerId="ADAL" clId="{AB2E9D5C-6D0F-41D4-8420-81BAA55DFFF6}" dt="2026-05-01T10:20:59.878" v="654" actId="1076"/>
          <ac:picMkLst>
            <pc:docMk/>
            <pc:sldMk cId="1340969285" sldId="312"/>
            <ac:picMk id="5" creationId="{E03AF6A9-AEFD-9F09-D3BE-4B9784B08720}"/>
          </ac:picMkLst>
        </pc:picChg>
      </pc:sldChg>
      <pc:sldChg chg="addSp modSp add del mod ord">
        <pc:chgData name="SUMMERELL, Anne (NHS BRISTOL, NORTH SOMERSET AND SOUTH GLOUCESTERSHIRE ICB - 15C)" userId="f5c5daca-65f6-47bd-a111-c4d903b9ca03" providerId="ADAL" clId="{AB2E9D5C-6D0F-41D4-8420-81BAA55DFFF6}" dt="2026-05-01T10:45:54.464" v="938" actId="47"/>
        <pc:sldMkLst>
          <pc:docMk/>
          <pc:sldMk cId="2491756103" sldId="313"/>
        </pc:sldMkLst>
        <pc:spChg chg="mod">
          <ac:chgData name="SUMMERELL, Anne (NHS BRISTOL, NORTH SOMERSET AND SOUTH GLOUCESTERSHIRE ICB - 15C)" userId="f5c5daca-65f6-47bd-a111-c4d903b9ca03" providerId="ADAL" clId="{AB2E9D5C-6D0F-41D4-8420-81BAA55DFFF6}" dt="2026-05-01T10:15:15.918" v="510"/>
          <ac:spMkLst>
            <pc:docMk/>
            <pc:sldMk cId="2491756103" sldId="313"/>
            <ac:spMk id="2" creationId="{3BB80C03-B0F0-B7A2-9300-AA5EBABF0691}"/>
          </ac:spMkLst>
        </pc:spChg>
        <pc:spChg chg="mod">
          <ac:chgData name="SUMMERELL, Anne (NHS BRISTOL, NORTH SOMERSET AND SOUTH GLOUCESTERSHIRE ICB - 15C)" userId="f5c5daca-65f6-47bd-a111-c4d903b9ca03" providerId="ADAL" clId="{AB2E9D5C-6D0F-41D4-8420-81BAA55DFFF6}" dt="2026-05-01T10:19:13.807" v="640" actId="20577"/>
          <ac:spMkLst>
            <pc:docMk/>
            <pc:sldMk cId="2491756103" sldId="313"/>
            <ac:spMk id="8" creationId="{B13E7D0D-489C-9AE9-8808-AE6A37D4AEEA}"/>
          </ac:spMkLst>
        </pc:spChg>
        <pc:picChg chg="add mod">
          <ac:chgData name="SUMMERELL, Anne (NHS BRISTOL, NORTH SOMERSET AND SOUTH GLOUCESTERSHIRE ICB - 15C)" userId="f5c5daca-65f6-47bd-a111-c4d903b9ca03" providerId="ADAL" clId="{AB2E9D5C-6D0F-41D4-8420-81BAA55DFFF6}" dt="2026-05-01T10:19:06.670" v="639" actId="14100"/>
          <ac:picMkLst>
            <pc:docMk/>
            <pc:sldMk cId="2491756103" sldId="313"/>
            <ac:picMk id="4" creationId="{6609CDCB-F73A-A4E5-B041-F96E03A698E8}"/>
          </ac:picMkLst>
        </pc:picChg>
      </pc:sldChg>
      <pc:sldChg chg="addSp delSp modSp add del mod ord">
        <pc:chgData name="SUMMERELL, Anne (NHS BRISTOL, NORTH SOMERSET AND SOUTH GLOUCESTERSHIRE ICB - 15C)" userId="f5c5daca-65f6-47bd-a111-c4d903b9ca03" providerId="ADAL" clId="{AB2E9D5C-6D0F-41D4-8420-81BAA55DFFF6}" dt="2026-05-01T10:45:54.464" v="938" actId="47"/>
        <pc:sldMkLst>
          <pc:docMk/>
          <pc:sldMk cId="3810880279" sldId="314"/>
        </pc:sldMkLst>
        <pc:spChg chg="mod">
          <ac:chgData name="SUMMERELL, Anne (NHS BRISTOL, NORTH SOMERSET AND SOUTH GLOUCESTERSHIRE ICB - 15C)" userId="f5c5daca-65f6-47bd-a111-c4d903b9ca03" providerId="ADAL" clId="{AB2E9D5C-6D0F-41D4-8420-81BAA55DFFF6}" dt="2026-05-01T10:23:24.510" v="708" actId="20577"/>
          <ac:spMkLst>
            <pc:docMk/>
            <pc:sldMk cId="3810880279" sldId="314"/>
            <ac:spMk id="2" creationId="{BBC81985-C3F4-510E-086B-DFAD9572F02C}"/>
          </ac:spMkLst>
        </pc:spChg>
        <pc:spChg chg="mod">
          <ac:chgData name="SUMMERELL, Anne (NHS BRISTOL, NORTH SOMERSET AND SOUTH GLOUCESTERSHIRE ICB - 15C)" userId="f5c5daca-65f6-47bd-a111-c4d903b9ca03" providerId="ADAL" clId="{AB2E9D5C-6D0F-41D4-8420-81BAA55DFFF6}" dt="2026-05-01T10:22:47.801" v="677" actId="113"/>
          <ac:spMkLst>
            <pc:docMk/>
            <pc:sldMk cId="3810880279" sldId="314"/>
            <ac:spMk id="8" creationId="{A5B67021-5F17-2040-9681-C729445E0420}"/>
          </ac:spMkLst>
        </pc:spChg>
        <pc:picChg chg="del">
          <ac:chgData name="SUMMERELL, Anne (NHS BRISTOL, NORTH SOMERSET AND SOUTH GLOUCESTERSHIRE ICB - 15C)" userId="f5c5daca-65f6-47bd-a111-c4d903b9ca03" providerId="ADAL" clId="{AB2E9D5C-6D0F-41D4-8420-81BAA55DFFF6}" dt="2026-05-01T10:22:10.558" v="665" actId="478"/>
          <ac:picMkLst>
            <pc:docMk/>
            <pc:sldMk cId="3810880279" sldId="314"/>
            <ac:picMk id="4" creationId="{576118A5-D2F5-FA8D-75A8-20EDEE9CBEFA}"/>
          </ac:picMkLst>
        </pc:picChg>
        <pc:picChg chg="add mod">
          <ac:chgData name="SUMMERELL, Anne (NHS BRISTOL, NORTH SOMERSET AND SOUTH GLOUCESTERSHIRE ICB - 15C)" userId="f5c5daca-65f6-47bd-a111-c4d903b9ca03" providerId="ADAL" clId="{AB2E9D5C-6D0F-41D4-8420-81BAA55DFFF6}" dt="2026-05-01T10:22:15.565" v="669" actId="1076"/>
          <ac:picMkLst>
            <pc:docMk/>
            <pc:sldMk cId="3810880279" sldId="314"/>
            <ac:picMk id="5" creationId="{F72613A1-F070-1E38-419E-93D0C9627694}"/>
          </ac:picMkLst>
        </pc:picChg>
      </pc:sldChg>
      <pc:sldChg chg="addSp modSp add del mod ord">
        <pc:chgData name="SUMMERELL, Anne (NHS BRISTOL, NORTH SOMERSET AND SOUTH GLOUCESTERSHIRE ICB - 15C)" userId="f5c5daca-65f6-47bd-a111-c4d903b9ca03" providerId="ADAL" clId="{AB2E9D5C-6D0F-41D4-8420-81BAA55DFFF6}" dt="2026-05-01T10:45:54.464" v="938" actId="47"/>
        <pc:sldMkLst>
          <pc:docMk/>
          <pc:sldMk cId="1088188736" sldId="315"/>
        </pc:sldMkLst>
        <pc:spChg chg="mod">
          <ac:chgData name="SUMMERELL, Anne (NHS BRISTOL, NORTH SOMERSET AND SOUTH GLOUCESTERSHIRE ICB - 15C)" userId="f5c5daca-65f6-47bd-a111-c4d903b9ca03" providerId="ADAL" clId="{AB2E9D5C-6D0F-41D4-8420-81BAA55DFFF6}" dt="2026-05-01T10:27:59.245" v="758" actId="27636"/>
          <ac:spMkLst>
            <pc:docMk/>
            <pc:sldMk cId="1088188736" sldId="315"/>
            <ac:spMk id="2" creationId="{45C342CB-E54E-F6CC-2CE6-EBA27613D2E3}"/>
          </ac:spMkLst>
        </pc:spChg>
        <pc:spChg chg="mod">
          <ac:chgData name="SUMMERELL, Anne (NHS BRISTOL, NORTH SOMERSET AND SOUTH GLOUCESTERSHIRE ICB - 15C)" userId="f5c5daca-65f6-47bd-a111-c4d903b9ca03" providerId="ADAL" clId="{AB2E9D5C-6D0F-41D4-8420-81BAA55DFFF6}" dt="2026-05-01T10:28:05.215" v="759" actId="1076"/>
          <ac:spMkLst>
            <pc:docMk/>
            <pc:sldMk cId="1088188736" sldId="315"/>
            <ac:spMk id="8" creationId="{A2FA8ABD-8CB5-A81B-A655-C67C7815B54F}"/>
          </ac:spMkLst>
        </pc:spChg>
        <pc:picChg chg="add mod">
          <ac:chgData name="SUMMERELL, Anne (NHS BRISTOL, NORTH SOMERSET AND SOUTH GLOUCESTERSHIRE ICB - 15C)" userId="f5c5daca-65f6-47bd-a111-c4d903b9ca03" providerId="ADAL" clId="{AB2E9D5C-6D0F-41D4-8420-81BAA55DFFF6}" dt="2026-05-01T10:28:19.248" v="760" actId="14100"/>
          <ac:picMkLst>
            <pc:docMk/>
            <pc:sldMk cId="1088188736" sldId="315"/>
            <ac:picMk id="4" creationId="{AB9374F0-5BAC-15B6-E4D5-6A2BF5220CB9}"/>
          </ac:picMkLst>
        </pc:picChg>
      </pc:sldChg>
      <pc:sldChg chg="modSp add mod ord modNotesTx">
        <pc:chgData name="SUMMERELL, Anne (NHS BRISTOL, NORTH SOMERSET AND SOUTH GLOUCESTERSHIRE ICB - 15C)" userId="f5c5daca-65f6-47bd-a111-c4d903b9ca03" providerId="ADAL" clId="{AB2E9D5C-6D0F-41D4-8420-81BAA55DFFF6}" dt="2026-05-01T10:55:17.457" v="1157" actId="5793"/>
        <pc:sldMkLst>
          <pc:docMk/>
          <pc:sldMk cId="3695985719" sldId="316"/>
        </pc:sldMkLst>
        <pc:spChg chg="mod">
          <ac:chgData name="SUMMERELL, Anne (NHS BRISTOL, NORTH SOMERSET AND SOUTH GLOUCESTERSHIRE ICB - 15C)" userId="f5c5daca-65f6-47bd-a111-c4d903b9ca03" providerId="ADAL" clId="{AB2E9D5C-6D0F-41D4-8420-81BAA55DFFF6}" dt="2026-05-01T10:28:47.680" v="775" actId="20577"/>
          <ac:spMkLst>
            <pc:docMk/>
            <pc:sldMk cId="3695985719" sldId="316"/>
            <ac:spMk id="2" creationId="{9DE8ABF6-F323-F7A6-BB83-86D652465445}"/>
          </ac:spMkLst>
        </pc:spChg>
        <pc:spChg chg="mod">
          <ac:chgData name="SUMMERELL, Anne (NHS BRISTOL, NORTH SOMERSET AND SOUTH GLOUCESTERSHIRE ICB - 15C)" userId="f5c5daca-65f6-47bd-a111-c4d903b9ca03" providerId="ADAL" clId="{AB2E9D5C-6D0F-41D4-8420-81BAA55DFFF6}" dt="2026-05-01T10:29:07.632" v="782" actId="20577"/>
          <ac:spMkLst>
            <pc:docMk/>
            <pc:sldMk cId="3695985719" sldId="316"/>
            <ac:spMk id="8" creationId="{BBD03F46-4A70-197A-9356-661DD0407541}"/>
          </ac:spMkLst>
        </pc:spChg>
      </pc:sldChg>
      <pc:sldChg chg="addSp delSp modSp add mod modNotesTx">
        <pc:chgData name="SUMMERELL, Anne (NHS BRISTOL, NORTH SOMERSET AND SOUTH GLOUCESTERSHIRE ICB - 15C)" userId="f5c5daca-65f6-47bd-a111-c4d903b9ca03" providerId="ADAL" clId="{AB2E9D5C-6D0F-41D4-8420-81BAA55DFFF6}" dt="2026-05-01T10:55:31.793" v="1159" actId="1076"/>
        <pc:sldMkLst>
          <pc:docMk/>
          <pc:sldMk cId="3112528837" sldId="317"/>
        </pc:sldMkLst>
        <pc:spChg chg="mod">
          <ac:chgData name="SUMMERELL, Anne (NHS BRISTOL, NORTH SOMERSET AND SOUTH GLOUCESTERSHIRE ICB - 15C)" userId="f5c5daca-65f6-47bd-a111-c4d903b9ca03" providerId="ADAL" clId="{AB2E9D5C-6D0F-41D4-8420-81BAA55DFFF6}" dt="2026-05-01T10:46:37.329" v="958" actId="20577"/>
          <ac:spMkLst>
            <pc:docMk/>
            <pc:sldMk cId="3112528837" sldId="317"/>
            <ac:spMk id="2" creationId="{56DAF050-990F-0D6F-DE1A-AC7AB84D1C4F}"/>
          </ac:spMkLst>
        </pc:spChg>
        <pc:picChg chg="del">
          <ac:chgData name="SUMMERELL, Anne (NHS BRISTOL, NORTH SOMERSET AND SOUTH GLOUCESTERSHIRE ICB - 15C)" userId="f5c5daca-65f6-47bd-a111-c4d903b9ca03" providerId="ADAL" clId="{AB2E9D5C-6D0F-41D4-8420-81BAA55DFFF6}" dt="2026-05-01T10:46:27.201" v="940" actId="478"/>
          <ac:picMkLst>
            <pc:docMk/>
            <pc:sldMk cId="3112528837" sldId="317"/>
            <ac:picMk id="5" creationId="{C6A5890B-1B73-5ED0-DABE-F3C40E7D8A22}"/>
          </ac:picMkLst>
        </pc:picChg>
        <pc:picChg chg="add mod">
          <ac:chgData name="SUMMERELL, Anne (NHS BRISTOL, NORTH SOMERSET AND SOUTH GLOUCESTERSHIRE ICB - 15C)" userId="f5c5daca-65f6-47bd-a111-c4d903b9ca03" providerId="ADAL" clId="{AB2E9D5C-6D0F-41D4-8420-81BAA55DFFF6}" dt="2026-05-01T10:55:31.793" v="1159" actId="1076"/>
          <ac:picMkLst>
            <pc:docMk/>
            <pc:sldMk cId="3112528837" sldId="317"/>
            <ac:picMk id="6" creationId="{F05A0A39-9B2B-F089-A0A0-AA7725996451}"/>
          </ac:picMkLst>
        </pc:picChg>
      </pc:sldChg>
      <pc:sldChg chg="addSp delSp modSp add mod modNotesTx">
        <pc:chgData name="SUMMERELL, Anne (NHS BRISTOL, NORTH SOMERSET AND SOUTH GLOUCESTERSHIRE ICB - 15C)" userId="f5c5daca-65f6-47bd-a111-c4d903b9ca03" providerId="ADAL" clId="{AB2E9D5C-6D0F-41D4-8420-81BAA55DFFF6}" dt="2026-05-01T10:55:34.568" v="1160" actId="1076"/>
        <pc:sldMkLst>
          <pc:docMk/>
          <pc:sldMk cId="298103112" sldId="318"/>
        </pc:sldMkLst>
        <pc:spChg chg="mod">
          <ac:chgData name="SUMMERELL, Anne (NHS BRISTOL, NORTH SOMERSET AND SOUTH GLOUCESTERSHIRE ICB - 15C)" userId="f5c5daca-65f6-47bd-a111-c4d903b9ca03" providerId="ADAL" clId="{AB2E9D5C-6D0F-41D4-8420-81BAA55DFFF6}" dt="2026-05-01T10:47:10.649" v="976" actId="20577"/>
          <ac:spMkLst>
            <pc:docMk/>
            <pc:sldMk cId="298103112" sldId="318"/>
            <ac:spMk id="2" creationId="{1F81D008-31E7-07DE-98F5-94A00D06D1A1}"/>
          </ac:spMkLst>
        </pc:spChg>
        <pc:picChg chg="add mod">
          <ac:chgData name="SUMMERELL, Anne (NHS BRISTOL, NORTH SOMERSET AND SOUTH GLOUCESTERSHIRE ICB - 15C)" userId="f5c5daca-65f6-47bd-a111-c4d903b9ca03" providerId="ADAL" clId="{AB2E9D5C-6D0F-41D4-8420-81BAA55DFFF6}" dt="2026-05-01T10:55:34.568" v="1160" actId="1076"/>
          <ac:picMkLst>
            <pc:docMk/>
            <pc:sldMk cId="298103112" sldId="318"/>
            <ac:picMk id="5" creationId="{44B4D10B-0BBB-F581-8D0E-0CC8EA9E610C}"/>
          </ac:picMkLst>
        </pc:picChg>
        <pc:picChg chg="del">
          <ac:chgData name="SUMMERELL, Anne (NHS BRISTOL, NORTH SOMERSET AND SOUTH GLOUCESTERSHIRE ICB - 15C)" userId="f5c5daca-65f6-47bd-a111-c4d903b9ca03" providerId="ADAL" clId="{AB2E9D5C-6D0F-41D4-8420-81BAA55DFFF6}" dt="2026-05-01T10:47:00.321" v="960" actId="478"/>
          <ac:picMkLst>
            <pc:docMk/>
            <pc:sldMk cId="298103112" sldId="318"/>
            <ac:picMk id="6" creationId="{EC404556-B0D4-94EE-E9B1-49F78B208510}"/>
          </ac:picMkLst>
        </pc:picChg>
      </pc:sldChg>
      <pc:sldChg chg="addSp delSp modSp add mod modNotesTx">
        <pc:chgData name="SUMMERELL, Anne (NHS BRISTOL, NORTH SOMERSET AND SOUTH GLOUCESTERSHIRE ICB - 15C)" userId="f5c5daca-65f6-47bd-a111-c4d903b9ca03" providerId="ADAL" clId="{AB2E9D5C-6D0F-41D4-8420-81BAA55DFFF6}" dt="2026-05-01T10:55:41.322" v="1162" actId="1076"/>
        <pc:sldMkLst>
          <pc:docMk/>
          <pc:sldMk cId="1410228161" sldId="319"/>
        </pc:sldMkLst>
        <pc:spChg chg="mod">
          <ac:chgData name="SUMMERELL, Anne (NHS BRISTOL, NORTH SOMERSET AND SOUTH GLOUCESTERSHIRE ICB - 15C)" userId="f5c5daca-65f6-47bd-a111-c4d903b9ca03" providerId="ADAL" clId="{AB2E9D5C-6D0F-41D4-8420-81BAA55DFFF6}" dt="2026-05-01T10:48:09.482" v="1024" actId="20577"/>
          <ac:spMkLst>
            <pc:docMk/>
            <pc:sldMk cId="1410228161" sldId="319"/>
            <ac:spMk id="2" creationId="{524B8E09-DEBB-FE80-E52D-24B2AF3661D8}"/>
          </ac:spMkLst>
        </pc:spChg>
        <pc:picChg chg="del">
          <ac:chgData name="SUMMERELL, Anne (NHS BRISTOL, NORTH SOMERSET AND SOUTH GLOUCESTERSHIRE ICB - 15C)" userId="f5c5daca-65f6-47bd-a111-c4d903b9ca03" providerId="ADAL" clId="{AB2E9D5C-6D0F-41D4-8420-81BAA55DFFF6}" dt="2026-05-01T10:48:24.625" v="1025" actId="478"/>
          <ac:picMkLst>
            <pc:docMk/>
            <pc:sldMk cId="1410228161" sldId="319"/>
            <ac:picMk id="5" creationId="{2F17A0F0-42A9-6B58-F360-DCCC3B9B0BB3}"/>
          </ac:picMkLst>
        </pc:picChg>
        <pc:picChg chg="add mod">
          <ac:chgData name="SUMMERELL, Anne (NHS BRISTOL, NORTH SOMERSET AND SOUTH GLOUCESTERSHIRE ICB - 15C)" userId="f5c5daca-65f6-47bd-a111-c4d903b9ca03" providerId="ADAL" clId="{AB2E9D5C-6D0F-41D4-8420-81BAA55DFFF6}" dt="2026-05-01T10:55:41.322" v="1162" actId="1076"/>
          <ac:picMkLst>
            <pc:docMk/>
            <pc:sldMk cId="1410228161" sldId="319"/>
            <ac:picMk id="6" creationId="{78993959-E806-5BC9-4771-45D7D32A8191}"/>
          </ac:picMkLst>
        </pc:picChg>
      </pc:sldChg>
      <pc:sldChg chg="addSp delSp modSp add mod">
        <pc:chgData name="SUMMERELL, Anne (NHS BRISTOL, NORTH SOMERSET AND SOUTH GLOUCESTERSHIRE ICB - 15C)" userId="f5c5daca-65f6-47bd-a111-c4d903b9ca03" providerId="ADAL" clId="{AB2E9D5C-6D0F-41D4-8420-81BAA55DFFF6}" dt="2026-05-01T10:55:44.329" v="1163" actId="1076"/>
        <pc:sldMkLst>
          <pc:docMk/>
          <pc:sldMk cId="3453034653" sldId="320"/>
        </pc:sldMkLst>
        <pc:spChg chg="mod">
          <ac:chgData name="SUMMERELL, Anne (NHS BRISTOL, NORTH SOMERSET AND SOUTH GLOUCESTERSHIRE ICB - 15C)" userId="f5c5daca-65f6-47bd-a111-c4d903b9ca03" providerId="ADAL" clId="{AB2E9D5C-6D0F-41D4-8420-81BAA55DFFF6}" dt="2026-05-01T10:49:01.193" v="1057" actId="20577"/>
          <ac:spMkLst>
            <pc:docMk/>
            <pc:sldMk cId="3453034653" sldId="320"/>
            <ac:spMk id="2" creationId="{0EB6E9BE-CC89-B95C-479E-CF61F0B1D972}"/>
          </ac:spMkLst>
        </pc:spChg>
        <pc:grpChg chg="add del mod">
          <ac:chgData name="SUMMERELL, Anne (NHS BRISTOL, NORTH SOMERSET AND SOUTH GLOUCESTERSHIRE ICB - 15C)" userId="f5c5daca-65f6-47bd-a111-c4d903b9ca03" providerId="ADAL" clId="{AB2E9D5C-6D0F-41D4-8420-81BAA55DFFF6}" dt="2026-05-01T10:50:45.077" v="1066" actId="21"/>
          <ac:grpSpMkLst>
            <pc:docMk/>
            <pc:sldMk cId="3453034653" sldId="320"/>
            <ac:grpSpMk id="11" creationId="{1FD62444-F13F-AB51-4B52-A59FD42251E7}"/>
          </ac:grpSpMkLst>
        </pc:grpChg>
        <pc:grpChg chg="add del mod">
          <ac:chgData name="SUMMERELL, Anne (NHS BRISTOL, NORTH SOMERSET AND SOUTH GLOUCESTERSHIRE ICB - 15C)" userId="f5c5daca-65f6-47bd-a111-c4d903b9ca03" providerId="ADAL" clId="{AB2E9D5C-6D0F-41D4-8420-81BAA55DFFF6}" dt="2026-05-01T10:50:55.305" v="1069" actId="478"/>
          <ac:grpSpMkLst>
            <pc:docMk/>
            <pc:sldMk cId="3453034653" sldId="320"/>
            <ac:grpSpMk id="12" creationId="{1FD62444-F13F-AB51-4B52-A59FD42251E7}"/>
          </ac:grpSpMkLst>
        </pc:grpChg>
        <pc:picChg chg="del">
          <ac:chgData name="SUMMERELL, Anne (NHS BRISTOL, NORTH SOMERSET AND SOUTH GLOUCESTERSHIRE ICB - 15C)" userId="f5c5daca-65f6-47bd-a111-c4d903b9ca03" providerId="ADAL" clId="{AB2E9D5C-6D0F-41D4-8420-81BAA55DFFF6}" dt="2026-05-01T10:48:50.353" v="1031" actId="478"/>
          <ac:picMkLst>
            <pc:docMk/>
            <pc:sldMk cId="3453034653" sldId="320"/>
            <ac:picMk id="5" creationId="{AE0DDA00-D3AB-A5AD-28E0-EE9A6F7CCF3D}"/>
          </ac:picMkLst>
        </pc:picChg>
        <pc:picChg chg="add mod">
          <ac:chgData name="SUMMERELL, Anne (NHS BRISTOL, NORTH SOMERSET AND SOUTH GLOUCESTERSHIRE ICB - 15C)" userId="f5c5daca-65f6-47bd-a111-c4d903b9ca03" providerId="ADAL" clId="{AB2E9D5C-6D0F-41D4-8420-81BAA55DFFF6}" dt="2026-05-01T10:55:44.329" v="1163" actId="1076"/>
          <ac:picMkLst>
            <pc:docMk/>
            <pc:sldMk cId="3453034653" sldId="320"/>
            <ac:picMk id="6" creationId="{0C507E1C-8244-1BB8-E11F-381848AFCDF2}"/>
          </ac:picMkLst>
        </pc:picChg>
        <pc:picChg chg="add mod">
          <ac:chgData name="SUMMERELL, Anne (NHS BRISTOL, NORTH SOMERSET AND SOUTH GLOUCESTERSHIRE ICB - 15C)" userId="f5c5daca-65f6-47bd-a111-c4d903b9ca03" providerId="ADAL" clId="{AB2E9D5C-6D0F-41D4-8420-81BAA55DFFF6}" dt="2026-05-01T10:50:39.382" v="1065" actId="164"/>
          <ac:picMkLst>
            <pc:docMk/>
            <pc:sldMk cId="3453034653" sldId="320"/>
            <ac:picMk id="8" creationId="{B6D0E603-55FE-19CF-CAAF-6AA64E427CCC}"/>
          </ac:picMkLst>
        </pc:picChg>
        <pc:picChg chg="add mod">
          <ac:chgData name="SUMMERELL, Anne (NHS BRISTOL, NORTH SOMERSET AND SOUTH GLOUCESTERSHIRE ICB - 15C)" userId="f5c5daca-65f6-47bd-a111-c4d903b9ca03" providerId="ADAL" clId="{AB2E9D5C-6D0F-41D4-8420-81BAA55DFFF6}" dt="2026-05-01T10:50:39.382" v="1065" actId="164"/>
          <ac:picMkLst>
            <pc:docMk/>
            <pc:sldMk cId="3453034653" sldId="320"/>
            <ac:picMk id="10" creationId="{14479D65-D227-9729-06CD-801BDDACE600}"/>
          </ac:picMkLst>
        </pc:picChg>
        <pc:picChg chg="mod">
          <ac:chgData name="SUMMERELL, Anne (NHS BRISTOL, NORTH SOMERSET AND SOUTH GLOUCESTERSHIRE ICB - 15C)" userId="f5c5daca-65f6-47bd-a111-c4d903b9ca03" providerId="ADAL" clId="{AB2E9D5C-6D0F-41D4-8420-81BAA55DFFF6}" dt="2026-05-01T10:50:50.192" v="1067"/>
          <ac:picMkLst>
            <pc:docMk/>
            <pc:sldMk cId="3453034653" sldId="320"/>
            <ac:picMk id="13" creationId="{B6D0E603-55FE-19CF-CAAF-6AA64E427CCC}"/>
          </ac:picMkLst>
        </pc:picChg>
        <pc:picChg chg="mod">
          <ac:chgData name="SUMMERELL, Anne (NHS BRISTOL, NORTH SOMERSET AND SOUTH GLOUCESTERSHIRE ICB - 15C)" userId="f5c5daca-65f6-47bd-a111-c4d903b9ca03" providerId="ADAL" clId="{AB2E9D5C-6D0F-41D4-8420-81BAA55DFFF6}" dt="2026-05-01T10:50:50.192" v="1067"/>
          <ac:picMkLst>
            <pc:docMk/>
            <pc:sldMk cId="3453034653" sldId="320"/>
            <ac:picMk id="14" creationId="{14479D65-D227-9729-06CD-801BDDACE600}"/>
          </ac:picMkLst>
        </pc:picChg>
      </pc:sldChg>
      <pc:sldChg chg="add del">
        <pc:chgData name="SUMMERELL, Anne (NHS BRISTOL, NORTH SOMERSET AND SOUTH GLOUCESTERSHIRE ICB - 15C)" userId="f5c5daca-65f6-47bd-a111-c4d903b9ca03" providerId="ADAL" clId="{AB2E9D5C-6D0F-41D4-8420-81BAA55DFFF6}" dt="2026-05-01T10:49:05.261" v="1058" actId="47"/>
        <pc:sldMkLst>
          <pc:docMk/>
          <pc:sldMk cId="3701481799" sldId="321"/>
        </pc:sldMkLst>
      </pc:sldChg>
      <pc:sldChg chg="addSp delSp modSp add mod ord modNotesTx">
        <pc:chgData name="SUMMERELL, Anne (NHS BRISTOL, NORTH SOMERSET AND SOUTH GLOUCESTERSHIRE ICB - 15C)" userId="f5c5daca-65f6-47bd-a111-c4d903b9ca03" providerId="ADAL" clId="{AB2E9D5C-6D0F-41D4-8420-81BAA55DFFF6}" dt="2026-05-01T10:55:37.897" v="1161" actId="1076"/>
        <pc:sldMkLst>
          <pc:docMk/>
          <pc:sldMk cId="3757195348" sldId="322"/>
        </pc:sldMkLst>
        <pc:spChg chg="mod">
          <ac:chgData name="SUMMERELL, Anne (NHS BRISTOL, NORTH SOMERSET AND SOUTH GLOUCESTERSHIRE ICB - 15C)" userId="f5c5daca-65f6-47bd-a111-c4d903b9ca03" providerId="ADAL" clId="{AB2E9D5C-6D0F-41D4-8420-81BAA55DFFF6}" dt="2026-05-01T10:47:44.538" v="996" actId="20577"/>
          <ac:spMkLst>
            <pc:docMk/>
            <pc:sldMk cId="3757195348" sldId="322"/>
            <ac:spMk id="2" creationId="{6377A65D-E539-125B-DDEF-00EA80808884}"/>
          </ac:spMkLst>
        </pc:spChg>
        <pc:picChg chg="del">
          <ac:chgData name="SUMMERELL, Anne (NHS BRISTOL, NORTH SOMERSET AND SOUTH GLOUCESTERSHIRE ICB - 15C)" userId="f5c5daca-65f6-47bd-a111-c4d903b9ca03" providerId="ADAL" clId="{AB2E9D5C-6D0F-41D4-8420-81BAA55DFFF6}" dt="2026-05-01T10:47:30.832" v="981" actId="478"/>
          <ac:picMkLst>
            <pc:docMk/>
            <pc:sldMk cId="3757195348" sldId="322"/>
            <ac:picMk id="5" creationId="{3EB29E31-0B27-36E7-9E3A-F322B5622E3E}"/>
          </ac:picMkLst>
        </pc:picChg>
        <pc:picChg chg="add mod">
          <ac:chgData name="SUMMERELL, Anne (NHS BRISTOL, NORTH SOMERSET AND SOUTH GLOUCESTERSHIRE ICB - 15C)" userId="f5c5daca-65f6-47bd-a111-c4d903b9ca03" providerId="ADAL" clId="{AB2E9D5C-6D0F-41D4-8420-81BAA55DFFF6}" dt="2026-05-01T10:55:37.897" v="1161" actId="1076"/>
          <ac:picMkLst>
            <pc:docMk/>
            <pc:sldMk cId="3757195348" sldId="322"/>
            <ac:picMk id="6" creationId="{C0AC6B0B-8DB6-0793-6E51-215C7ABF45EB}"/>
          </ac:picMkLst>
        </pc:picChg>
      </pc:sldChg>
      <pc:sldChg chg="addSp delSp modSp add mod modNotesTx">
        <pc:chgData name="SUMMERELL, Anne (NHS BRISTOL, NORTH SOMERSET AND SOUTH GLOUCESTERSHIRE ICB - 15C)" userId="f5c5daca-65f6-47bd-a111-c4d903b9ca03" providerId="ADAL" clId="{AB2E9D5C-6D0F-41D4-8420-81BAA55DFFF6}" dt="2026-05-01T10:55:13.982" v="1155" actId="6549"/>
        <pc:sldMkLst>
          <pc:docMk/>
          <pc:sldMk cId="323520331" sldId="323"/>
        </pc:sldMkLst>
        <pc:spChg chg="mod">
          <ac:chgData name="SUMMERELL, Anne (NHS BRISTOL, NORTH SOMERSET AND SOUTH GLOUCESTERSHIRE ICB - 15C)" userId="f5c5daca-65f6-47bd-a111-c4d903b9ca03" providerId="ADAL" clId="{AB2E9D5C-6D0F-41D4-8420-81BAA55DFFF6}" dt="2026-05-01T10:51:10.849" v="1081" actId="14100"/>
          <ac:spMkLst>
            <pc:docMk/>
            <pc:sldMk cId="323520331" sldId="323"/>
            <ac:spMk id="2" creationId="{09183F5D-684F-2944-4260-DD69558CC57F}"/>
          </ac:spMkLst>
        </pc:spChg>
        <pc:spChg chg="add mod">
          <ac:chgData name="SUMMERELL, Anne (NHS BRISTOL, NORTH SOMERSET AND SOUTH GLOUCESTERSHIRE ICB - 15C)" userId="f5c5daca-65f6-47bd-a111-c4d903b9ca03" providerId="ADAL" clId="{AB2E9D5C-6D0F-41D4-8420-81BAA55DFFF6}" dt="2026-05-01T10:51:18.380" v="1084"/>
          <ac:spMkLst>
            <pc:docMk/>
            <pc:sldMk cId="323520331" sldId="323"/>
            <ac:spMk id="3" creationId="{A2C15ADB-2ED0-0E93-0CAE-217B46239BDE}"/>
          </ac:spMkLst>
        </pc:spChg>
        <pc:grpChg chg="mod">
          <ac:chgData name="SUMMERELL, Anne (NHS BRISTOL, NORTH SOMERSET AND SOUTH GLOUCESTERSHIRE ICB - 15C)" userId="f5c5daca-65f6-47bd-a111-c4d903b9ca03" providerId="ADAL" clId="{AB2E9D5C-6D0F-41D4-8420-81BAA55DFFF6}" dt="2026-05-01T10:51:13.513" v="1082" actId="1076"/>
          <ac:grpSpMkLst>
            <pc:docMk/>
            <pc:sldMk cId="323520331" sldId="323"/>
            <ac:grpSpMk id="12" creationId="{31866C83-EE59-4619-2E11-863612E75F43}"/>
          </ac:grpSpMkLst>
        </pc:grpChg>
        <pc:picChg chg="del">
          <ac:chgData name="SUMMERELL, Anne (NHS BRISTOL, NORTH SOMERSET AND SOUTH GLOUCESTERSHIRE ICB - 15C)" userId="f5c5daca-65f6-47bd-a111-c4d903b9ca03" providerId="ADAL" clId="{AB2E9D5C-6D0F-41D4-8420-81BAA55DFFF6}" dt="2026-05-01T10:50:57.497" v="1070" actId="478"/>
          <ac:picMkLst>
            <pc:docMk/>
            <pc:sldMk cId="323520331" sldId="323"/>
            <ac:picMk id="6" creationId="{627DC5C5-1199-F22E-2F9C-FC1F269E4121}"/>
          </ac:picMkLst>
        </pc:picChg>
      </pc:sldChg>
      <pc:sldChg chg="addSp delSp modSp add mod ord modNotesTx">
        <pc:chgData name="SUMMERELL, Anne (NHS BRISTOL, NORTH SOMERSET AND SOUTH GLOUCESTERSHIRE ICB - 15C)" userId="f5c5daca-65f6-47bd-a111-c4d903b9ca03" providerId="ADAL" clId="{AB2E9D5C-6D0F-41D4-8420-81BAA55DFFF6}" dt="2026-05-01T10:55:11.860" v="1154" actId="6549"/>
        <pc:sldMkLst>
          <pc:docMk/>
          <pc:sldMk cId="366180156" sldId="324"/>
        </pc:sldMkLst>
        <pc:spChg chg="mod">
          <ac:chgData name="SUMMERELL, Anne (NHS BRISTOL, NORTH SOMERSET AND SOUTH GLOUCESTERSHIRE ICB - 15C)" userId="f5c5daca-65f6-47bd-a111-c4d903b9ca03" providerId="ADAL" clId="{AB2E9D5C-6D0F-41D4-8420-81BAA55DFFF6}" dt="2026-05-01T10:51:32.890" v="1088"/>
          <ac:spMkLst>
            <pc:docMk/>
            <pc:sldMk cId="366180156" sldId="324"/>
            <ac:spMk id="2" creationId="{058ADAF1-EA6E-FB52-90DE-DA7ACFE57355}"/>
          </ac:spMkLst>
        </pc:spChg>
        <pc:grpChg chg="add mod">
          <ac:chgData name="SUMMERELL, Anne (NHS BRISTOL, NORTH SOMERSET AND SOUTH GLOUCESTERSHIRE ICB - 15C)" userId="f5c5daca-65f6-47bd-a111-c4d903b9ca03" providerId="ADAL" clId="{AB2E9D5C-6D0F-41D4-8420-81BAA55DFFF6}" dt="2026-05-01T10:51:58.805" v="1093" actId="164"/>
          <ac:grpSpMkLst>
            <pc:docMk/>
            <pc:sldMk cId="366180156" sldId="324"/>
            <ac:grpSpMk id="6" creationId="{BFE23B95-EA2F-3369-2CC9-40E46518A59A}"/>
          </ac:grpSpMkLst>
        </pc:grpChg>
        <pc:grpChg chg="del">
          <ac:chgData name="SUMMERELL, Anne (NHS BRISTOL, NORTH SOMERSET AND SOUTH GLOUCESTERSHIRE ICB - 15C)" userId="f5c5daca-65f6-47bd-a111-c4d903b9ca03" providerId="ADAL" clId="{AB2E9D5C-6D0F-41D4-8420-81BAA55DFFF6}" dt="2026-05-01T10:51:48.434" v="1091" actId="478"/>
          <ac:grpSpMkLst>
            <pc:docMk/>
            <pc:sldMk cId="366180156" sldId="324"/>
            <ac:grpSpMk id="12" creationId="{335FABB9-F0C5-ED46-BC80-4174C9E798D9}"/>
          </ac:grpSpMkLst>
        </pc:grpChg>
        <pc:picChg chg="add mod">
          <ac:chgData name="SUMMERELL, Anne (NHS BRISTOL, NORTH SOMERSET AND SOUTH GLOUCESTERSHIRE ICB - 15C)" userId="f5c5daca-65f6-47bd-a111-c4d903b9ca03" providerId="ADAL" clId="{AB2E9D5C-6D0F-41D4-8420-81BAA55DFFF6}" dt="2026-05-01T10:51:58.805" v="1093" actId="164"/>
          <ac:picMkLst>
            <pc:docMk/>
            <pc:sldMk cId="366180156" sldId="324"/>
            <ac:picMk id="5" creationId="{E6378732-8D79-D493-75A0-32C203345467}"/>
          </ac:picMkLst>
        </pc:picChg>
        <pc:picChg chg="del topLvl">
          <ac:chgData name="SUMMERELL, Anne (NHS BRISTOL, NORTH SOMERSET AND SOUTH GLOUCESTERSHIRE ICB - 15C)" userId="f5c5daca-65f6-47bd-a111-c4d903b9ca03" providerId="ADAL" clId="{AB2E9D5C-6D0F-41D4-8420-81BAA55DFFF6}" dt="2026-05-01T10:51:48.434" v="1091" actId="478"/>
          <ac:picMkLst>
            <pc:docMk/>
            <pc:sldMk cId="366180156" sldId="324"/>
            <ac:picMk id="13" creationId="{E9A204AA-9502-2D03-CE30-6E81EAB5E508}"/>
          </ac:picMkLst>
        </pc:picChg>
        <pc:picChg chg="mod topLvl">
          <ac:chgData name="SUMMERELL, Anne (NHS BRISTOL, NORTH SOMERSET AND SOUTH GLOUCESTERSHIRE ICB - 15C)" userId="f5c5daca-65f6-47bd-a111-c4d903b9ca03" providerId="ADAL" clId="{AB2E9D5C-6D0F-41D4-8420-81BAA55DFFF6}" dt="2026-05-01T10:51:58.805" v="1093" actId="164"/>
          <ac:picMkLst>
            <pc:docMk/>
            <pc:sldMk cId="366180156" sldId="324"/>
            <ac:picMk id="14" creationId="{464541DB-9207-8780-84A7-5B18FB9272C7}"/>
          </ac:picMkLst>
        </pc:picChg>
      </pc:sldChg>
      <pc:sldChg chg="addSp delSp modSp add mod ord modNotesTx">
        <pc:chgData name="SUMMERELL, Anne (NHS BRISTOL, NORTH SOMERSET AND SOUTH GLOUCESTERSHIRE ICB - 15C)" userId="f5c5daca-65f6-47bd-a111-c4d903b9ca03" providerId="ADAL" clId="{AB2E9D5C-6D0F-41D4-8420-81BAA55DFFF6}" dt="2026-05-01T10:55:05.594" v="1152" actId="6549"/>
        <pc:sldMkLst>
          <pc:docMk/>
          <pc:sldMk cId="4192276157" sldId="325"/>
        </pc:sldMkLst>
        <pc:spChg chg="mod">
          <ac:chgData name="SUMMERELL, Anne (NHS BRISTOL, NORTH SOMERSET AND SOUTH GLOUCESTERSHIRE ICB - 15C)" userId="f5c5daca-65f6-47bd-a111-c4d903b9ca03" providerId="ADAL" clId="{AB2E9D5C-6D0F-41D4-8420-81BAA55DFFF6}" dt="2026-05-01T10:52:14.257" v="1107" actId="20577"/>
          <ac:spMkLst>
            <pc:docMk/>
            <pc:sldMk cId="4192276157" sldId="325"/>
            <ac:spMk id="2" creationId="{8DE3A988-CE65-A2EE-D246-ABC5727BB167}"/>
          </ac:spMkLst>
        </pc:spChg>
        <pc:grpChg chg="del">
          <ac:chgData name="SUMMERELL, Anne (NHS BRISTOL, NORTH SOMERSET AND SOUTH GLOUCESTERSHIRE ICB - 15C)" userId="f5c5daca-65f6-47bd-a111-c4d903b9ca03" providerId="ADAL" clId="{AB2E9D5C-6D0F-41D4-8420-81BAA55DFFF6}" dt="2026-05-01T10:52:28.665" v="1110" actId="478"/>
          <ac:grpSpMkLst>
            <pc:docMk/>
            <pc:sldMk cId="4192276157" sldId="325"/>
            <ac:grpSpMk id="6" creationId="{8C1CEB97-673C-69B7-43C2-DFAF52BA5E9E}"/>
          </ac:grpSpMkLst>
        </pc:grpChg>
        <pc:grpChg chg="add mod">
          <ac:chgData name="SUMMERELL, Anne (NHS BRISTOL, NORTH SOMERSET AND SOUTH GLOUCESTERSHIRE ICB - 15C)" userId="f5c5daca-65f6-47bd-a111-c4d903b9ca03" providerId="ADAL" clId="{AB2E9D5C-6D0F-41D4-8420-81BAA55DFFF6}" dt="2026-05-01T10:52:35.682" v="1112" actId="164"/>
          <ac:grpSpMkLst>
            <pc:docMk/>
            <pc:sldMk cId="4192276157" sldId="325"/>
            <ac:grpSpMk id="8" creationId="{A239AE13-2820-ADAB-E0A3-6737D6D7B8F0}"/>
          </ac:grpSpMkLst>
        </pc:grpChg>
        <pc:picChg chg="del topLvl">
          <ac:chgData name="SUMMERELL, Anne (NHS BRISTOL, NORTH SOMERSET AND SOUTH GLOUCESTERSHIRE ICB - 15C)" userId="f5c5daca-65f6-47bd-a111-c4d903b9ca03" providerId="ADAL" clId="{AB2E9D5C-6D0F-41D4-8420-81BAA55DFFF6}" dt="2026-05-01T10:52:28.665" v="1110" actId="478"/>
          <ac:picMkLst>
            <pc:docMk/>
            <pc:sldMk cId="4192276157" sldId="325"/>
            <ac:picMk id="5" creationId="{E75A4A90-2A67-9BB5-D204-8D2FE57916ED}"/>
          </ac:picMkLst>
        </pc:picChg>
        <pc:picChg chg="add mod">
          <ac:chgData name="SUMMERELL, Anne (NHS BRISTOL, NORTH SOMERSET AND SOUTH GLOUCESTERSHIRE ICB - 15C)" userId="f5c5daca-65f6-47bd-a111-c4d903b9ca03" providerId="ADAL" clId="{AB2E9D5C-6D0F-41D4-8420-81BAA55DFFF6}" dt="2026-05-01T10:52:35.682" v="1112" actId="164"/>
          <ac:picMkLst>
            <pc:docMk/>
            <pc:sldMk cId="4192276157" sldId="325"/>
            <ac:picMk id="7" creationId="{60C86B00-44BD-3028-483F-B563A1ECA27B}"/>
          </ac:picMkLst>
        </pc:picChg>
        <pc:picChg chg="mod topLvl">
          <ac:chgData name="SUMMERELL, Anne (NHS BRISTOL, NORTH SOMERSET AND SOUTH GLOUCESTERSHIRE ICB - 15C)" userId="f5c5daca-65f6-47bd-a111-c4d903b9ca03" providerId="ADAL" clId="{AB2E9D5C-6D0F-41D4-8420-81BAA55DFFF6}" dt="2026-05-01T10:52:35.682" v="1112" actId="164"/>
          <ac:picMkLst>
            <pc:docMk/>
            <pc:sldMk cId="4192276157" sldId="325"/>
            <ac:picMk id="14" creationId="{D83ED5B2-C9E6-7144-9E2F-9E2809FD5486}"/>
          </ac:picMkLst>
        </pc:picChg>
      </pc:sldChg>
      <pc:sldChg chg="addSp delSp modSp add mod ord modNotesTx">
        <pc:chgData name="SUMMERELL, Anne (NHS BRISTOL, NORTH SOMERSET AND SOUTH GLOUCESTERSHIRE ICB - 15C)" userId="f5c5daca-65f6-47bd-a111-c4d903b9ca03" providerId="ADAL" clId="{AB2E9D5C-6D0F-41D4-8420-81BAA55DFFF6}" dt="2026-05-01T10:55:01.357" v="1150" actId="6549"/>
        <pc:sldMkLst>
          <pc:docMk/>
          <pc:sldMk cId="3806270702" sldId="326"/>
        </pc:sldMkLst>
        <pc:spChg chg="mod">
          <ac:chgData name="SUMMERELL, Anne (NHS BRISTOL, NORTH SOMERSET AND SOUTH GLOUCESTERSHIRE ICB - 15C)" userId="f5c5daca-65f6-47bd-a111-c4d903b9ca03" providerId="ADAL" clId="{AB2E9D5C-6D0F-41D4-8420-81BAA55DFFF6}" dt="2026-05-01T10:53:00.706" v="1116"/>
          <ac:spMkLst>
            <pc:docMk/>
            <pc:sldMk cId="3806270702" sldId="326"/>
            <ac:spMk id="2" creationId="{290B4CA6-C6DA-1FFF-1719-590A19C3EE43}"/>
          </ac:spMkLst>
        </pc:spChg>
        <pc:grpChg chg="add mod">
          <ac:chgData name="SUMMERELL, Anne (NHS BRISTOL, NORTH SOMERSET AND SOUTH GLOUCESTERSHIRE ICB - 15C)" userId="f5c5daca-65f6-47bd-a111-c4d903b9ca03" providerId="ADAL" clId="{AB2E9D5C-6D0F-41D4-8420-81BAA55DFFF6}" dt="2026-05-01T10:53:22.236" v="1121" actId="164"/>
          <ac:grpSpMkLst>
            <pc:docMk/>
            <pc:sldMk cId="3806270702" sldId="326"/>
            <ac:grpSpMk id="6" creationId="{3694F0A6-DDDA-3FDD-3676-A374D600BF2D}"/>
          </ac:grpSpMkLst>
        </pc:grpChg>
        <pc:grpChg chg="del">
          <ac:chgData name="SUMMERELL, Anne (NHS BRISTOL, NORTH SOMERSET AND SOUTH GLOUCESTERSHIRE ICB - 15C)" userId="f5c5daca-65f6-47bd-a111-c4d903b9ca03" providerId="ADAL" clId="{AB2E9D5C-6D0F-41D4-8420-81BAA55DFFF6}" dt="2026-05-01T10:53:04.136" v="1117" actId="478"/>
          <ac:grpSpMkLst>
            <pc:docMk/>
            <pc:sldMk cId="3806270702" sldId="326"/>
            <ac:grpSpMk id="8" creationId="{0E7B6AA4-7ABF-01BF-7EC0-8532285F7384}"/>
          </ac:grpSpMkLst>
        </pc:grpChg>
        <pc:picChg chg="add mod">
          <ac:chgData name="SUMMERELL, Anne (NHS BRISTOL, NORTH SOMERSET AND SOUTH GLOUCESTERSHIRE ICB - 15C)" userId="f5c5daca-65f6-47bd-a111-c4d903b9ca03" providerId="ADAL" clId="{AB2E9D5C-6D0F-41D4-8420-81BAA55DFFF6}" dt="2026-05-01T10:53:22.236" v="1121" actId="164"/>
          <ac:picMkLst>
            <pc:docMk/>
            <pc:sldMk cId="3806270702" sldId="326"/>
            <ac:picMk id="5" creationId="{8630E421-4B16-23C3-5333-B5932FCA98B8}"/>
          </ac:picMkLst>
        </pc:picChg>
        <pc:picChg chg="del topLvl">
          <ac:chgData name="SUMMERELL, Anne (NHS BRISTOL, NORTH SOMERSET AND SOUTH GLOUCESTERSHIRE ICB - 15C)" userId="f5c5daca-65f6-47bd-a111-c4d903b9ca03" providerId="ADAL" clId="{AB2E9D5C-6D0F-41D4-8420-81BAA55DFFF6}" dt="2026-05-01T10:53:04.136" v="1117" actId="478"/>
          <ac:picMkLst>
            <pc:docMk/>
            <pc:sldMk cId="3806270702" sldId="326"/>
            <ac:picMk id="7" creationId="{AC0C4445-27AB-4008-A812-DEF521F85A6B}"/>
          </ac:picMkLst>
        </pc:picChg>
        <pc:picChg chg="mod topLvl">
          <ac:chgData name="SUMMERELL, Anne (NHS BRISTOL, NORTH SOMERSET AND SOUTH GLOUCESTERSHIRE ICB - 15C)" userId="f5c5daca-65f6-47bd-a111-c4d903b9ca03" providerId="ADAL" clId="{AB2E9D5C-6D0F-41D4-8420-81BAA55DFFF6}" dt="2026-05-01T10:53:22.236" v="1121" actId="164"/>
          <ac:picMkLst>
            <pc:docMk/>
            <pc:sldMk cId="3806270702" sldId="326"/>
            <ac:picMk id="14" creationId="{869C526B-0553-260F-1CA9-F962BD2CC002}"/>
          </ac:picMkLst>
        </pc:picChg>
      </pc:sldChg>
      <pc:sldChg chg="addSp delSp modSp add mod ord modNotesTx">
        <pc:chgData name="SUMMERELL, Anne (NHS BRISTOL, NORTH SOMERSET AND SOUTH GLOUCESTERSHIRE ICB - 15C)" userId="f5c5daca-65f6-47bd-a111-c4d903b9ca03" providerId="ADAL" clId="{AB2E9D5C-6D0F-41D4-8420-81BAA55DFFF6}" dt="2026-05-01T10:54:54.357" v="1148" actId="6549"/>
        <pc:sldMkLst>
          <pc:docMk/>
          <pc:sldMk cId="2655215004" sldId="327"/>
        </pc:sldMkLst>
        <pc:spChg chg="mod">
          <ac:chgData name="SUMMERELL, Anne (NHS BRISTOL, NORTH SOMERSET AND SOUTH GLOUCESTERSHIRE ICB - 15C)" userId="f5c5daca-65f6-47bd-a111-c4d903b9ca03" providerId="ADAL" clId="{AB2E9D5C-6D0F-41D4-8420-81BAA55DFFF6}" dt="2026-05-01T10:53:34.625" v="1130" actId="20577"/>
          <ac:spMkLst>
            <pc:docMk/>
            <pc:sldMk cId="2655215004" sldId="327"/>
            <ac:spMk id="2" creationId="{DBAEE70D-DD27-76AE-77A4-8583CDBAF040}"/>
          </ac:spMkLst>
        </pc:spChg>
        <pc:grpChg chg="del">
          <ac:chgData name="SUMMERELL, Anne (NHS BRISTOL, NORTH SOMERSET AND SOUTH GLOUCESTERSHIRE ICB - 15C)" userId="f5c5daca-65f6-47bd-a111-c4d903b9ca03" providerId="ADAL" clId="{AB2E9D5C-6D0F-41D4-8420-81BAA55DFFF6}" dt="2026-05-01T10:53:37.164" v="1131" actId="478"/>
          <ac:grpSpMkLst>
            <pc:docMk/>
            <pc:sldMk cId="2655215004" sldId="327"/>
            <ac:grpSpMk id="6" creationId="{BD7F296A-7891-B3C0-CB71-BB1A9A24DB10}"/>
          </ac:grpSpMkLst>
        </pc:grpChg>
        <pc:grpChg chg="add mod">
          <ac:chgData name="SUMMERELL, Anne (NHS BRISTOL, NORTH SOMERSET AND SOUTH GLOUCESTERSHIRE ICB - 15C)" userId="f5c5daca-65f6-47bd-a111-c4d903b9ca03" providerId="ADAL" clId="{AB2E9D5C-6D0F-41D4-8420-81BAA55DFFF6}" dt="2026-05-01T10:53:51.900" v="1135" actId="164"/>
          <ac:grpSpMkLst>
            <pc:docMk/>
            <pc:sldMk cId="2655215004" sldId="327"/>
            <ac:grpSpMk id="8" creationId="{CFAE7C4A-A383-B15D-C9B8-785E81E0B601}"/>
          </ac:grpSpMkLst>
        </pc:grpChg>
        <pc:picChg chg="del topLvl">
          <ac:chgData name="SUMMERELL, Anne (NHS BRISTOL, NORTH SOMERSET AND SOUTH GLOUCESTERSHIRE ICB - 15C)" userId="f5c5daca-65f6-47bd-a111-c4d903b9ca03" providerId="ADAL" clId="{AB2E9D5C-6D0F-41D4-8420-81BAA55DFFF6}" dt="2026-05-01T10:53:37.164" v="1131" actId="478"/>
          <ac:picMkLst>
            <pc:docMk/>
            <pc:sldMk cId="2655215004" sldId="327"/>
            <ac:picMk id="5" creationId="{102FF338-30CA-6276-55F2-32DB33609955}"/>
          </ac:picMkLst>
        </pc:picChg>
        <pc:picChg chg="add mod">
          <ac:chgData name="SUMMERELL, Anne (NHS BRISTOL, NORTH SOMERSET AND SOUTH GLOUCESTERSHIRE ICB - 15C)" userId="f5c5daca-65f6-47bd-a111-c4d903b9ca03" providerId="ADAL" clId="{AB2E9D5C-6D0F-41D4-8420-81BAA55DFFF6}" dt="2026-05-01T10:53:51.900" v="1135" actId="164"/>
          <ac:picMkLst>
            <pc:docMk/>
            <pc:sldMk cId="2655215004" sldId="327"/>
            <ac:picMk id="7" creationId="{70388C30-D6D2-9D7E-2362-6A845AF53ABE}"/>
          </ac:picMkLst>
        </pc:picChg>
        <pc:picChg chg="mod topLvl">
          <ac:chgData name="SUMMERELL, Anne (NHS BRISTOL, NORTH SOMERSET AND SOUTH GLOUCESTERSHIRE ICB - 15C)" userId="f5c5daca-65f6-47bd-a111-c4d903b9ca03" providerId="ADAL" clId="{AB2E9D5C-6D0F-41D4-8420-81BAA55DFFF6}" dt="2026-05-01T10:53:51.900" v="1135" actId="164"/>
          <ac:picMkLst>
            <pc:docMk/>
            <pc:sldMk cId="2655215004" sldId="327"/>
            <ac:picMk id="14" creationId="{D93144DA-982E-5716-96EE-A1589827AB20}"/>
          </ac:picMkLst>
        </pc:picChg>
      </pc:sldChg>
      <pc:sldChg chg="addSp delSp modSp add mod ord modNotesTx">
        <pc:chgData name="SUMMERELL, Anne (NHS BRISTOL, NORTH SOMERSET AND SOUTH GLOUCESTERSHIRE ICB - 15C)" userId="f5c5daca-65f6-47bd-a111-c4d903b9ca03" providerId="ADAL" clId="{AB2E9D5C-6D0F-41D4-8420-81BAA55DFFF6}" dt="2026-05-01T10:54:33.664" v="1142" actId="6549"/>
        <pc:sldMkLst>
          <pc:docMk/>
          <pc:sldMk cId="961744796" sldId="328"/>
        </pc:sldMkLst>
        <pc:grpChg chg="del">
          <ac:chgData name="SUMMERELL, Anne (NHS BRISTOL, NORTH SOMERSET AND SOUTH GLOUCESTERSHIRE ICB - 15C)" userId="f5c5daca-65f6-47bd-a111-c4d903b9ca03" providerId="ADAL" clId="{AB2E9D5C-6D0F-41D4-8420-81BAA55DFFF6}" dt="2026-05-01T10:54:06.138" v="1139" actId="478"/>
          <ac:grpSpMkLst>
            <pc:docMk/>
            <pc:sldMk cId="961744796" sldId="328"/>
            <ac:grpSpMk id="8" creationId="{4A40BECC-3EC9-7307-78F6-41567A86D1C3}"/>
          </ac:grpSpMkLst>
        </pc:grpChg>
        <pc:picChg chg="add mod">
          <ac:chgData name="SUMMERELL, Anne (NHS BRISTOL, NORTH SOMERSET AND SOUTH GLOUCESTERSHIRE ICB - 15C)" userId="f5c5daca-65f6-47bd-a111-c4d903b9ca03" providerId="ADAL" clId="{AB2E9D5C-6D0F-41D4-8420-81BAA55DFFF6}" dt="2026-05-01T10:54:06.447" v="1141"/>
          <ac:picMkLst>
            <pc:docMk/>
            <pc:sldMk cId="961744796" sldId="328"/>
            <ac:picMk id="5" creationId="{C270EDCC-4E11-9C1A-6A59-650BDF906423}"/>
          </ac:picMkLst>
        </pc:picChg>
      </pc:sldChg>
      <pc:sldMasterChg chg="delSldLayout">
        <pc:chgData name="SUMMERELL, Anne (NHS BRISTOL, NORTH SOMERSET AND SOUTH GLOUCESTERSHIRE ICB - 15C)" userId="f5c5daca-65f6-47bd-a111-c4d903b9ca03" providerId="ADAL" clId="{AB2E9D5C-6D0F-41D4-8420-81BAA55DFFF6}" dt="2026-05-01T10:29:21.571" v="783" actId="47"/>
        <pc:sldMasterMkLst>
          <pc:docMk/>
          <pc:sldMasterMk cId="451939189" sldId="2147483684"/>
        </pc:sldMasterMkLst>
        <pc:sldLayoutChg chg="del">
          <pc:chgData name="SUMMERELL, Anne (NHS BRISTOL, NORTH SOMERSET AND SOUTH GLOUCESTERSHIRE ICB - 15C)" userId="f5c5daca-65f6-47bd-a111-c4d903b9ca03" providerId="ADAL" clId="{AB2E9D5C-6D0F-41D4-8420-81BAA55DFFF6}" dt="2026-05-01T10:29:21.571" v="783" actId="47"/>
          <pc:sldLayoutMkLst>
            <pc:docMk/>
            <pc:sldMasterMk cId="451939189" sldId="2147483684"/>
            <pc:sldLayoutMk cId="1104621528" sldId="214748368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3E7697-CAA0-1742-857D-B67FD3D2B4D1}" type="datetimeFigureOut">
              <a:rPr lang="en-US" smtClean="0"/>
              <a:t>5/1/2026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A8DBF2-496B-A842-8775-F438C7EE6134}" type="slidenum">
              <a:rPr lang="en-US" smtClean="0"/>
              <a:t>‹#›</a:t>
            </a:fld>
            <a:endParaRPr lang="en-US" dirty="0"/>
          </a:p>
        </p:txBody>
      </p:sp>
    </p:spTree>
    <p:extLst>
      <p:ext uri="{BB962C8B-B14F-4D97-AF65-F5344CB8AC3E}">
        <p14:creationId xmlns:p14="http://schemas.microsoft.com/office/powerpoint/2010/main" val="558774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BA8DBF2-496B-A842-8775-F438C7EE6134}" type="slidenum">
              <a:rPr lang="en-US" smtClean="0"/>
              <a:t>1</a:t>
            </a:fld>
            <a:endParaRPr lang="en-US" dirty="0"/>
          </a:p>
        </p:txBody>
      </p:sp>
    </p:spTree>
    <p:extLst>
      <p:ext uri="{BB962C8B-B14F-4D97-AF65-F5344CB8AC3E}">
        <p14:creationId xmlns:p14="http://schemas.microsoft.com/office/powerpoint/2010/main" val="1172358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Population as of Sept 2025</a:t>
            </a:r>
          </a:p>
        </p:txBody>
      </p:sp>
      <p:sp>
        <p:nvSpPr>
          <p:cNvPr id="4" name="Slide Number Placeholder 3"/>
          <p:cNvSpPr>
            <a:spLocks noGrp="1"/>
          </p:cNvSpPr>
          <p:nvPr>
            <p:ph type="sldNum" sz="quarter" idx="5"/>
          </p:nvPr>
        </p:nvSpPr>
        <p:spPr/>
        <p:txBody>
          <a:bodyPr/>
          <a:lstStyle/>
          <a:p>
            <a:fld id="{5BA8DBF2-496B-A842-8775-F438C7EE6134}" type="slidenum">
              <a:rPr lang="en-US" smtClean="0"/>
              <a:t>2</a:t>
            </a:fld>
            <a:endParaRPr lang="en-US" dirty="0"/>
          </a:p>
        </p:txBody>
      </p:sp>
    </p:spTree>
    <p:extLst>
      <p:ext uri="{BB962C8B-B14F-4D97-AF65-F5344CB8AC3E}">
        <p14:creationId xmlns:p14="http://schemas.microsoft.com/office/powerpoint/2010/main" val="4103428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BA8DBF2-496B-A842-8775-F438C7EE6134}" type="slidenum">
              <a:rPr lang="en-US" smtClean="0"/>
              <a:t>3</a:t>
            </a:fld>
            <a:endParaRPr lang="en-US" dirty="0"/>
          </a:p>
        </p:txBody>
      </p:sp>
    </p:spTree>
    <p:extLst>
      <p:ext uri="{BB962C8B-B14F-4D97-AF65-F5344CB8AC3E}">
        <p14:creationId xmlns:p14="http://schemas.microsoft.com/office/powerpoint/2010/main" val="9886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E5458-3892-A2B4-88F7-FCBC655D4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00A0F-1F05-EA5B-A921-987952E639DE}"/>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664ED588-1762-1F6D-6856-B76C43017C1B}"/>
              </a:ext>
            </a:extLst>
          </p:cNvPr>
          <p:cNvSpPr>
            <a:spLocks noGrp="1"/>
          </p:cNvSpPr>
          <p:nvPr>
            <p:ph type="body" idx="1"/>
          </p:nvPr>
        </p:nvSpPr>
        <p:spPr/>
        <p:txBody>
          <a:bodyPr/>
          <a:lstStyle/>
          <a:p>
            <a:endParaRPr lang="en-US" dirty="0">
              <a:solidFill>
                <a:schemeClr val="accent1">
                  <a:lumMod val="49000"/>
                </a:schemeClr>
              </a:solidFill>
              <a:latin typeface="Calibri"/>
              <a:ea typeface="Calibri"/>
              <a:cs typeface="Calibri"/>
            </a:endParaRPr>
          </a:p>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E6D1B08D-A197-F84E-A626-7DFBAE53069C}"/>
              </a:ext>
            </a:extLst>
          </p:cNvPr>
          <p:cNvSpPr>
            <a:spLocks noGrp="1"/>
          </p:cNvSpPr>
          <p:nvPr>
            <p:ph type="sldNum" sz="quarter" idx="5"/>
          </p:nvPr>
        </p:nvSpPr>
        <p:spPr/>
        <p:txBody>
          <a:bodyPr/>
          <a:lstStyle/>
          <a:p>
            <a:fld id="{5BA8DBF2-496B-A842-8775-F438C7EE6134}" type="slidenum">
              <a:rPr lang="en-US" smtClean="0"/>
              <a:t>4</a:t>
            </a:fld>
            <a:endParaRPr lang="en-US" dirty="0"/>
          </a:p>
        </p:txBody>
      </p:sp>
    </p:spTree>
    <p:extLst>
      <p:ext uri="{BB962C8B-B14F-4D97-AF65-F5344CB8AC3E}">
        <p14:creationId xmlns:p14="http://schemas.microsoft.com/office/powerpoint/2010/main" val="2149562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FCFD1-D255-51D3-7592-3495BC7F2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7DF5E-E08B-21C8-2DE4-34B2DE185090}"/>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4DB911B8-9C78-BEF3-17BE-AB06C0C00FBE}"/>
              </a:ext>
            </a:extLst>
          </p:cNvPr>
          <p:cNvSpPr>
            <a:spLocks noGrp="1"/>
          </p:cNvSpPr>
          <p:nvPr>
            <p:ph type="body" idx="1"/>
          </p:nvPr>
        </p:nvSpPr>
        <p:spPr/>
        <p:txBody>
          <a:bodyPr/>
          <a:lstStyle/>
          <a:p>
            <a:endParaRPr lang="en-US" dirty="0">
              <a:solidFill>
                <a:schemeClr val="accent1">
                  <a:lumMod val="49000"/>
                </a:schemeClr>
              </a:solidFill>
              <a:latin typeface="Calibri"/>
              <a:ea typeface="Calibri"/>
              <a:cs typeface="Calibri"/>
            </a:endParaRPr>
          </a:p>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D294AC3C-2680-0885-0617-6A8BB803B0D7}"/>
              </a:ext>
            </a:extLst>
          </p:cNvPr>
          <p:cNvSpPr>
            <a:spLocks noGrp="1"/>
          </p:cNvSpPr>
          <p:nvPr>
            <p:ph type="sldNum" sz="quarter" idx="5"/>
          </p:nvPr>
        </p:nvSpPr>
        <p:spPr/>
        <p:txBody>
          <a:bodyPr/>
          <a:lstStyle/>
          <a:p>
            <a:fld id="{5BA8DBF2-496B-A842-8775-F438C7EE6134}" type="slidenum">
              <a:rPr lang="en-US" smtClean="0"/>
              <a:t>5</a:t>
            </a:fld>
            <a:endParaRPr lang="en-US" dirty="0"/>
          </a:p>
        </p:txBody>
      </p:sp>
    </p:spTree>
    <p:extLst>
      <p:ext uri="{BB962C8B-B14F-4D97-AF65-F5344CB8AC3E}">
        <p14:creationId xmlns:p14="http://schemas.microsoft.com/office/powerpoint/2010/main" val="3750283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5960B-C92B-9056-1AEF-B4662E3DE4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8EB9FE-5587-A76B-A1DE-B81E7D3E607A}"/>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EBADDE59-8BBC-C0A7-4A7A-E6BCFC3A2962}"/>
              </a:ext>
            </a:extLst>
          </p:cNvPr>
          <p:cNvSpPr>
            <a:spLocks noGrp="1"/>
          </p:cNvSpPr>
          <p:nvPr>
            <p:ph type="body" idx="1"/>
          </p:nvPr>
        </p:nvSpPr>
        <p:spPr/>
        <p:txBody>
          <a:bodyPr/>
          <a:lstStyle/>
          <a:p>
            <a:endParaRPr lang="en-US" dirty="0">
              <a:solidFill>
                <a:schemeClr val="accent1">
                  <a:lumMod val="49000"/>
                </a:schemeClr>
              </a:solidFill>
              <a:latin typeface="Calibri"/>
              <a:ea typeface="Calibri"/>
              <a:cs typeface="Calibri"/>
            </a:endParaRPr>
          </a:p>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FCBD647D-ECC7-91FF-7EF3-3A9185A51FAF}"/>
              </a:ext>
            </a:extLst>
          </p:cNvPr>
          <p:cNvSpPr>
            <a:spLocks noGrp="1"/>
          </p:cNvSpPr>
          <p:nvPr>
            <p:ph type="sldNum" sz="quarter" idx="5"/>
          </p:nvPr>
        </p:nvSpPr>
        <p:spPr/>
        <p:txBody>
          <a:bodyPr/>
          <a:lstStyle/>
          <a:p>
            <a:fld id="{5BA8DBF2-496B-A842-8775-F438C7EE6134}" type="slidenum">
              <a:rPr lang="en-US" smtClean="0"/>
              <a:t>6</a:t>
            </a:fld>
            <a:endParaRPr lang="en-US" dirty="0"/>
          </a:p>
        </p:txBody>
      </p:sp>
    </p:spTree>
    <p:extLst>
      <p:ext uri="{BB962C8B-B14F-4D97-AF65-F5344CB8AC3E}">
        <p14:creationId xmlns:p14="http://schemas.microsoft.com/office/powerpoint/2010/main" val="1690222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C4AA3-537D-66D3-FD9F-953EC783F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3959A-4610-3FCE-8C70-6B2EF7A51AF6}"/>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724103D2-226D-C57C-E410-D19A04528959}"/>
              </a:ext>
            </a:extLst>
          </p:cNvPr>
          <p:cNvSpPr>
            <a:spLocks noGrp="1"/>
          </p:cNvSpPr>
          <p:nvPr>
            <p:ph type="body" idx="1"/>
          </p:nvPr>
        </p:nvSpPr>
        <p:spPr/>
        <p:txBody>
          <a:bodyPr/>
          <a:lstStyle/>
          <a:p>
            <a:endParaRPr lang="en-US" dirty="0">
              <a:solidFill>
                <a:schemeClr val="accent1">
                  <a:lumMod val="49000"/>
                </a:schemeClr>
              </a:solidFill>
              <a:latin typeface="Calibri"/>
              <a:ea typeface="Calibri"/>
              <a:cs typeface="Calibri"/>
            </a:endParaRPr>
          </a:p>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7E269CED-E119-463B-D470-1EFE04D7F67C}"/>
              </a:ext>
            </a:extLst>
          </p:cNvPr>
          <p:cNvSpPr>
            <a:spLocks noGrp="1"/>
          </p:cNvSpPr>
          <p:nvPr>
            <p:ph type="sldNum" sz="quarter" idx="5"/>
          </p:nvPr>
        </p:nvSpPr>
        <p:spPr/>
        <p:txBody>
          <a:bodyPr/>
          <a:lstStyle/>
          <a:p>
            <a:fld id="{5BA8DBF2-496B-A842-8775-F438C7EE6134}" type="slidenum">
              <a:rPr lang="en-US" smtClean="0"/>
              <a:t>7</a:t>
            </a:fld>
            <a:endParaRPr lang="en-US" dirty="0"/>
          </a:p>
        </p:txBody>
      </p:sp>
    </p:spTree>
    <p:extLst>
      <p:ext uri="{BB962C8B-B14F-4D97-AF65-F5344CB8AC3E}">
        <p14:creationId xmlns:p14="http://schemas.microsoft.com/office/powerpoint/2010/main" val="3151361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80FDE-2A9A-6B02-3BAE-D275C3FA0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FC311-C780-A60F-682D-926A254C83ED}"/>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F2A6E28F-4423-8793-E6A8-D17C4CC83301}"/>
              </a:ext>
            </a:extLst>
          </p:cNvPr>
          <p:cNvSpPr>
            <a:spLocks noGrp="1"/>
          </p:cNvSpPr>
          <p:nvPr>
            <p:ph type="body" idx="1"/>
          </p:nvPr>
        </p:nvSpPr>
        <p:spPr/>
        <p:txBody>
          <a:bodyPr/>
          <a:lstStyle/>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B70A9C29-9651-5A24-9F9B-9C195C5DE2B8}"/>
              </a:ext>
            </a:extLst>
          </p:cNvPr>
          <p:cNvSpPr>
            <a:spLocks noGrp="1"/>
          </p:cNvSpPr>
          <p:nvPr>
            <p:ph type="sldNum" sz="quarter" idx="5"/>
          </p:nvPr>
        </p:nvSpPr>
        <p:spPr/>
        <p:txBody>
          <a:bodyPr/>
          <a:lstStyle/>
          <a:p>
            <a:fld id="{5BA8DBF2-496B-A842-8775-F438C7EE6134}" type="slidenum">
              <a:rPr lang="en-US" smtClean="0"/>
              <a:t>8</a:t>
            </a:fld>
            <a:endParaRPr lang="en-US" dirty="0"/>
          </a:p>
        </p:txBody>
      </p:sp>
    </p:spTree>
    <p:extLst>
      <p:ext uri="{BB962C8B-B14F-4D97-AF65-F5344CB8AC3E}">
        <p14:creationId xmlns:p14="http://schemas.microsoft.com/office/powerpoint/2010/main" val="24780769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AEFAD-9DA9-C3EA-7DD5-1F35A6464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46387-A1BA-47C1-B68B-A7B219821D3D}"/>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F006167F-88A8-7F7D-DA4A-83720AC9269E}"/>
              </a:ext>
            </a:extLst>
          </p:cNvPr>
          <p:cNvSpPr>
            <a:spLocks noGrp="1"/>
          </p:cNvSpPr>
          <p:nvPr>
            <p:ph type="body" idx="1"/>
          </p:nvPr>
        </p:nvSpPr>
        <p:spPr/>
        <p:txBody>
          <a:bodyPr/>
          <a:lstStyle/>
          <a:p>
            <a:endParaRPr lang="en-US" dirty="0">
              <a:solidFill>
                <a:schemeClr val="accent1">
                  <a:lumMod val="49000"/>
                </a:schemeClr>
              </a:solidFill>
              <a:latin typeface="Calibri"/>
              <a:ea typeface="Calibri"/>
              <a:cs typeface="Calibri"/>
            </a:endParaRPr>
          </a:p>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463C01D2-46A6-E742-E5D0-6E45FB7EEA80}"/>
              </a:ext>
            </a:extLst>
          </p:cNvPr>
          <p:cNvSpPr>
            <a:spLocks noGrp="1"/>
          </p:cNvSpPr>
          <p:nvPr>
            <p:ph type="sldNum" sz="quarter" idx="5"/>
          </p:nvPr>
        </p:nvSpPr>
        <p:spPr/>
        <p:txBody>
          <a:bodyPr/>
          <a:lstStyle/>
          <a:p>
            <a:fld id="{5BA8DBF2-496B-A842-8775-F438C7EE6134}" type="slidenum">
              <a:rPr lang="en-US" smtClean="0"/>
              <a:t>9</a:t>
            </a:fld>
            <a:endParaRPr lang="en-US" dirty="0"/>
          </a:p>
        </p:txBody>
      </p:sp>
    </p:spTree>
    <p:extLst>
      <p:ext uri="{BB962C8B-B14F-4D97-AF65-F5344CB8AC3E}">
        <p14:creationId xmlns:p14="http://schemas.microsoft.com/office/powerpoint/2010/main" val="2084927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23A3C-9E37-F8C8-A94D-726E0B9B43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04BD55-5366-C5D7-C4BA-A13B76226B2B}"/>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541F0C24-7119-8B30-69F0-FCC49637D8C8}"/>
              </a:ext>
            </a:extLst>
          </p:cNvPr>
          <p:cNvSpPr>
            <a:spLocks noGrp="1"/>
          </p:cNvSpPr>
          <p:nvPr>
            <p:ph type="body" idx="1"/>
          </p:nvPr>
        </p:nvSpPr>
        <p:spPr/>
        <p:txBody>
          <a:bodyPr/>
          <a:lstStyle/>
          <a:p>
            <a:endParaRPr lang="en-US" dirty="0">
              <a:solidFill>
                <a:schemeClr val="accent1">
                  <a:lumMod val="49000"/>
                </a:schemeClr>
              </a:solidFill>
              <a:latin typeface="Calibri"/>
              <a:ea typeface="Calibri"/>
              <a:cs typeface="Calibri"/>
            </a:endParaRPr>
          </a:p>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14C00C04-0D2C-04C4-D759-7DCEA9ECB688}"/>
              </a:ext>
            </a:extLst>
          </p:cNvPr>
          <p:cNvSpPr>
            <a:spLocks noGrp="1"/>
          </p:cNvSpPr>
          <p:nvPr>
            <p:ph type="sldNum" sz="quarter" idx="5"/>
          </p:nvPr>
        </p:nvSpPr>
        <p:spPr/>
        <p:txBody>
          <a:bodyPr/>
          <a:lstStyle/>
          <a:p>
            <a:fld id="{5BA8DBF2-496B-A842-8775-F438C7EE6134}" type="slidenum">
              <a:rPr lang="en-US" smtClean="0"/>
              <a:t>10</a:t>
            </a:fld>
            <a:endParaRPr lang="en-US" dirty="0"/>
          </a:p>
        </p:txBody>
      </p:sp>
    </p:spTree>
    <p:extLst>
      <p:ext uri="{BB962C8B-B14F-4D97-AF65-F5344CB8AC3E}">
        <p14:creationId xmlns:p14="http://schemas.microsoft.com/office/powerpoint/2010/main" val="1205912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8F26E-01BF-62E1-5668-AF604EB427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77CD3-3B28-031C-8291-0B07438113C3}"/>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6D65811D-8237-3BA3-D746-8DAAF4A4B00D}"/>
              </a:ext>
            </a:extLst>
          </p:cNvPr>
          <p:cNvSpPr>
            <a:spLocks noGrp="1"/>
          </p:cNvSpPr>
          <p:nvPr>
            <p:ph type="body" idx="1"/>
          </p:nvPr>
        </p:nvSpPr>
        <p:spPr/>
        <p:txBody>
          <a:bodyPr/>
          <a:lstStyle/>
          <a:p>
            <a:endParaRPr lang="en-US" dirty="0">
              <a:solidFill>
                <a:schemeClr val="accent1">
                  <a:lumMod val="49000"/>
                </a:schemeClr>
              </a:solidFill>
              <a:latin typeface="Calibri"/>
              <a:ea typeface="Calibri"/>
              <a:cs typeface="Calibri"/>
            </a:endParaRPr>
          </a:p>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0EF5215F-6AE2-339C-90D6-B75B8CF2E360}"/>
              </a:ext>
            </a:extLst>
          </p:cNvPr>
          <p:cNvSpPr>
            <a:spLocks noGrp="1"/>
          </p:cNvSpPr>
          <p:nvPr>
            <p:ph type="sldNum" sz="quarter" idx="5"/>
          </p:nvPr>
        </p:nvSpPr>
        <p:spPr/>
        <p:txBody>
          <a:bodyPr/>
          <a:lstStyle/>
          <a:p>
            <a:fld id="{5BA8DBF2-496B-A842-8775-F438C7EE6134}" type="slidenum">
              <a:rPr lang="en-US" smtClean="0"/>
              <a:t>11</a:t>
            </a:fld>
            <a:endParaRPr lang="en-US" dirty="0"/>
          </a:p>
        </p:txBody>
      </p:sp>
    </p:spTree>
    <p:extLst>
      <p:ext uri="{BB962C8B-B14F-4D97-AF65-F5344CB8AC3E}">
        <p14:creationId xmlns:p14="http://schemas.microsoft.com/office/powerpoint/2010/main" val="5169727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99E69-6C92-858B-E267-F62B6FA40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846870-217C-D31B-6C8E-756223F29E86}"/>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F9CF5272-1250-A5D8-07FC-E028B4F637AF}"/>
              </a:ext>
            </a:extLst>
          </p:cNvPr>
          <p:cNvSpPr>
            <a:spLocks noGrp="1"/>
          </p:cNvSpPr>
          <p:nvPr>
            <p:ph type="body" idx="1"/>
          </p:nvPr>
        </p:nvSpPr>
        <p:spPr/>
        <p:txBody>
          <a:bodyPr/>
          <a:lstStyle/>
          <a:p>
            <a:endParaRPr lang="en-US" dirty="0">
              <a:solidFill>
                <a:schemeClr val="accent1">
                  <a:lumMod val="49000"/>
                </a:schemeClr>
              </a:solidFill>
              <a:latin typeface="Calibri"/>
              <a:ea typeface="Calibri"/>
              <a:cs typeface="Calibri"/>
            </a:endParaRPr>
          </a:p>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81398EB1-8BD0-15B2-F2D5-30AAC07B06E1}"/>
              </a:ext>
            </a:extLst>
          </p:cNvPr>
          <p:cNvSpPr>
            <a:spLocks noGrp="1"/>
          </p:cNvSpPr>
          <p:nvPr>
            <p:ph type="sldNum" sz="quarter" idx="5"/>
          </p:nvPr>
        </p:nvSpPr>
        <p:spPr/>
        <p:txBody>
          <a:bodyPr/>
          <a:lstStyle/>
          <a:p>
            <a:fld id="{5BA8DBF2-496B-A842-8775-F438C7EE6134}" type="slidenum">
              <a:rPr lang="en-US" smtClean="0"/>
              <a:t>12</a:t>
            </a:fld>
            <a:endParaRPr lang="en-US" dirty="0"/>
          </a:p>
        </p:txBody>
      </p:sp>
    </p:spTree>
    <p:extLst>
      <p:ext uri="{BB962C8B-B14F-4D97-AF65-F5344CB8AC3E}">
        <p14:creationId xmlns:p14="http://schemas.microsoft.com/office/powerpoint/2010/main" val="28605832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CF8E3-1BE2-C979-9B2D-C8AACED97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071E0-D425-334B-0361-CC11311F4615}"/>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3DE904D2-7317-B669-62EB-BB8633CF5874}"/>
              </a:ext>
            </a:extLst>
          </p:cNvPr>
          <p:cNvSpPr>
            <a:spLocks noGrp="1"/>
          </p:cNvSpPr>
          <p:nvPr>
            <p:ph type="body" idx="1"/>
          </p:nvPr>
        </p:nvSpPr>
        <p:spPr/>
        <p:txBody>
          <a:bodyPr/>
          <a:lstStyle/>
          <a:p>
            <a:endParaRPr lang="en-US" dirty="0">
              <a:solidFill>
                <a:schemeClr val="accent1">
                  <a:lumMod val="49000"/>
                </a:schemeClr>
              </a:solidFill>
              <a:latin typeface="Calibri"/>
              <a:ea typeface="Calibri"/>
              <a:cs typeface="Calibri"/>
            </a:endParaRPr>
          </a:p>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2C6DC649-2E3E-7844-165E-65D62994CAF3}"/>
              </a:ext>
            </a:extLst>
          </p:cNvPr>
          <p:cNvSpPr>
            <a:spLocks noGrp="1"/>
          </p:cNvSpPr>
          <p:nvPr>
            <p:ph type="sldNum" sz="quarter" idx="5"/>
          </p:nvPr>
        </p:nvSpPr>
        <p:spPr/>
        <p:txBody>
          <a:bodyPr/>
          <a:lstStyle/>
          <a:p>
            <a:fld id="{5BA8DBF2-496B-A842-8775-F438C7EE6134}" type="slidenum">
              <a:rPr lang="en-US" smtClean="0"/>
              <a:t>13</a:t>
            </a:fld>
            <a:endParaRPr lang="en-US" dirty="0"/>
          </a:p>
        </p:txBody>
      </p:sp>
    </p:spTree>
    <p:extLst>
      <p:ext uri="{BB962C8B-B14F-4D97-AF65-F5344CB8AC3E}">
        <p14:creationId xmlns:p14="http://schemas.microsoft.com/office/powerpoint/2010/main" val="1962772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A82FC-48F2-3D90-64A2-5355E5B95E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2F7966-E3F4-EE26-EA49-F3AE57AA2CD7}"/>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ECC7CF51-F0FA-B770-18EF-596EE7A851A0}"/>
              </a:ext>
            </a:extLst>
          </p:cNvPr>
          <p:cNvSpPr>
            <a:spLocks noGrp="1"/>
          </p:cNvSpPr>
          <p:nvPr>
            <p:ph type="body" idx="1"/>
          </p:nvPr>
        </p:nvSpPr>
        <p:spPr/>
        <p:txBody>
          <a:bodyPr/>
          <a:lstStyle/>
          <a:p>
            <a:r>
              <a:rPr lang="en-US" dirty="0">
                <a:latin typeface="Calibri"/>
                <a:ea typeface="Calibri"/>
                <a:cs typeface="Calibri"/>
              </a:rPr>
              <a:t>April 2024 data is shown on the map, and all data in this pack is a snapshot as at April 2024.  All data is </a:t>
            </a:r>
            <a:r>
              <a:rPr lang="en-US" b="1" dirty="0">
                <a:latin typeface="Calibri"/>
                <a:ea typeface="Calibri"/>
                <a:cs typeface="Calibri"/>
              </a:rPr>
              <a:t>patients registered to BNSSG practices.  </a:t>
            </a:r>
            <a:r>
              <a:rPr lang="en-US" b="0" dirty="0">
                <a:latin typeface="Calibri"/>
                <a:ea typeface="Calibri"/>
                <a:cs typeface="Calibri"/>
              </a:rPr>
              <a:t>The % relate to registered patients in that local authority area</a:t>
            </a:r>
          </a:p>
          <a:p>
            <a:endParaRPr lang="en-US" dirty="0">
              <a:latin typeface="Calibri"/>
              <a:ea typeface="Calibri"/>
              <a:cs typeface="Calibri"/>
            </a:endParaRPr>
          </a:p>
          <a:p>
            <a:r>
              <a:rPr lang="en-US" dirty="0">
                <a:latin typeface="Calibri"/>
                <a:ea typeface="Calibri"/>
                <a:cs typeface="Calibri"/>
              </a:rPr>
              <a:t>The </a:t>
            </a:r>
            <a:r>
              <a:rPr lang="en-US" b="1" dirty="0">
                <a:latin typeface="Calibri"/>
                <a:ea typeface="Calibri"/>
                <a:cs typeface="Calibri"/>
              </a:rPr>
              <a:t>latest January 2026 </a:t>
            </a:r>
            <a:r>
              <a:rPr lang="en-US" dirty="0">
                <a:latin typeface="Calibri"/>
                <a:ea typeface="Calibri"/>
                <a:cs typeface="Calibri"/>
              </a:rPr>
              <a:t>population values are higher:</a:t>
            </a:r>
          </a:p>
          <a:p>
            <a:r>
              <a:rPr lang="en-US" dirty="0">
                <a:latin typeface="Calibri"/>
                <a:ea typeface="Calibri"/>
                <a:cs typeface="Calibri"/>
              </a:rPr>
              <a:t>Bristol – 110,438</a:t>
            </a:r>
            <a:r>
              <a:rPr lang="en-US" b="1" dirty="0">
                <a:latin typeface="Calibri"/>
                <a:ea typeface="Calibri"/>
                <a:cs typeface="Calibri"/>
              </a:rPr>
              <a:t>,  21% </a:t>
            </a:r>
            <a:r>
              <a:rPr lang="en-US" dirty="0">
                <a:latin typeface="Calibri"/>
                <a:ea typeface="Calibri"/>
                <a:cs typeface="Calibri"/>
              </a:rPr>
              <a:t>of total population</a:t>
            </a:r>
          </a:p>
          <a:p>
            <a:r>
              <a:rPr lang="en-US" dirty="0">
                <a:latin typeface="Calibri"/>
                <a:ea typeface="Calibri"/>
                <a:cs typeface="Calibri"/>
              </a:rPr>
              <a:t>North Somerset – 49,450, </a:t>
            </a:r>
            <a:r>
              <a:rPr lang="en-US" b="1" dirty="0">
                <a:latin typeface="Calibri"/>
                <a:ea typeface="Calibri"/>
                <a:cs typeface="Calibri"/>
              </a:rPr>
              <a:t>21% </a:t>
            </a:r>
            <a:r>
              <a:rPr lang="en-US" dirty="0">
                <a:latin typeface="Calibri"/>
                <a:ea typeface="Calibri"/>
                <a:cs typeface="Calibri"/>
              </a:rPr>
              <a:t>of total population</a:t>
            </a:r>
          </a:p>
          <a:p>
            <a:r>
              <a:rPr lang="en-US" dirty="0">
                <a:latin typeface="Calibri"/>
                <a:ea typeface="Calibri"/>
                <a:cs typeface="Calibri"/>
              </a:rPr>
              <a:t>South Gloucestershire – 70,810, </a:t>
            </a:r>
            <a:r>
              <a:rPr lang="en-US" b="1" dirty="0">
                <a:latin typeface="Calibri"/>
                <a:ea typeface="Calibri"/>
                <a:cs typeface="Calibri"/>
              </a:rPr>
              <a:t>22% </a:t>
            </a:r>
            <a:r>
              <a:rPr lang="en-US" dirty="0">
                <a:latin typeface="Calibri"/>
                <a:ea typeface="Calibri"/>
                <a:cs typeface="Calibri"/>
              </a:rPr>
              <a:t>of total population</a:t>
            </a:r>
          </a:p>
          <a:p>
            <a:endParaRPr lang="en-US" dirty="0">
              <a:solidFill>
                <a:schemeClr val="accent1">
                  <a:lumMod val="49000"/>
                </a:schemeClr>
              </a:solidFill>
              <a:latin typeface="Calibri"/>
              <a:ea typeface="Calibri"/>
              <a:cs typeface="Calibri"/>
            </a:endParaRPr>
          </a:p>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FA4C7FA0-B5ED-C072-956F-1E02E1360384}"/>
              </a:ext>
            </a:extLst>
          </p:cNvPr>
          <p:cNvSpPr>
            <a:spLocks noGrp="1"/>
          </p:cNvSpPr>
          <p:nvPr>
            <p:ph type="sldNum" sz="quarter" idx="5"/>
          </p:nvPr>
        </p:nvSpPr>
        <p:spPr/>
        <p:txBody>
          <a:bodyPr/>
          <a:lstStyle/>
          <a:p>
            <a:fld id="{5BA8DBF2-496B-A842-8775-F438C7EE6134}" type="slidenum">
              <a:rPr lang="en-US" smtClean="0"/>
              <a:t>14</a:t>
            </a:fld>
            <a:endParaRPr lang="en-US" dirty="0"/>
          </a:p>
        </p:txBody>
      </p:sp>
    </p:spTree>
    <p:extLst>
      <p:ext uri="{BB962C8B-B14F-4D97-AF65-F5344CB8AC3E}">
        <p14:creationId xmlns:p14="http://schemas.microsoft.com/office/powerpoint/2010/main" val="5781946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0CD5D-2FD1-90C7-C29D-38B23E786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912064-06C6-1A62-0821-ED5821C4C397}"/>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A9276490-9965-F1FC-D2D0-C664EC3D3A66}"/>
              </a:ext>
            </a:extLst>
          </p:cNvPr>
          <p:cNvSpPr>
            <a:spLocks noGrp="1"/>
          </p:cNvSpPr>
          <p:nvPr>
            <p:ph type="body" idx="1"/>
          </p:nvPr>
        </p:nvSpPr>
        <p:spPr/>
        <p:txBody>
          <a:bodyPr/>
          <a:lstStyle/>
          <a:p>
            <a:endParaRPr lang="en-US" dirty="0">
              <a:solidFill>
                <a:schemeClr val="accent1">
                  <a:lumMod val="49000"/>
                </a:schemeClr>
              </a:solidFill>
              <a:latin typeface="Calibri"/>
              <a:ea typeface="Calibri"/>
              <a:cs typeface="Calibri"/>
            </a:endParaRPr>
          </a:p>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E831488F-10C8-70AC-72DD-C8844B315FAD}"/>
              </a:ext>
            </a:extLst>
          </p:cNvPr>
          <p:cNvSpPr>
            <a:spLocks noGrp="1"/>
          </p:cNvSpPr>
          <p:nvPr>
            <p:ph type="sldNum" sz="quarter" idx="5"/>
          </p:nvPr>
        </p:nvSpPr>
        <p:spPr/>
        <p:txBody>
          <a:bodyPr/>
          <a:lstStyle/>
          <a:p>
            <a:fld id="{5BA8DBF2-496B-A842-8775-F438C7EE6134}" type="slidenum">
              <a:rPr lang="en-US" smtClean="0"/>
              <a:t>15</a:t>
            </a:fld>
            <a:endParaRPr lang="en-US" dirty="0"/>
          </a:p>
        </p:txBody>
      </p:sp>
    </p:spTree>
    <p:extLst>
      <p:ext uri="{BB962C8B-B14F-4D97-AF65-F5344CB8AC3E}">
        <p14:creationId xmlns:p14="http://schemas.microsoft.com/office/powerpoint/2010/main" val="1847426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67A14-EE64-2659-A1A7-E075DD84CC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F0BEBD-FBAF-60A5-6175-99989546DA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8197E1-CB43-3B11-4BB7-2BCE530D4B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A518DF54-1E1A-8248-835A-87A3EEB64FA1}"/>
              </a:ext>
            </a:extLst>
          </p:cNvPr>
          <p:cNvSpPr>
            <a:spLocks noGrp="1"/>
          </p:cNvSpPr>
          <p:nvPr>
            <p:ph type="sldNum" sz="quarter" idx="5"/>
          </p:nvPr>
        </p:nvSpPr>
        <p:spPr/>
        <p:txBody>
          <a:bodyPr/>
          <a:lstStyle/>
          <a:p>
            <a:fld id="{5BA8DBF2-496B-A842-8775-F438C7EE6134}" type="slidenum">
              <a:rPr lang="en-US" smtClean="0"/>
              <a:t>16</a:t>
            </a:fld>
            <a:endParaRPr lang="en-US" dirty="0"/>
          </a:p>
        </p:txBody>
      </p:sp>
    </p:spTree>
    <p:extLst>
      <p:ext uri="{BB962C8B-B14F-4D97-AF65-F5344CB8AC3E}">
        <p14:creationId xmlns:p14="http://schemas.microsoft.com/office/powerpoint/2010/main" val="1872048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sv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without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56C9-40F4-25C2-AB3F-47395D35253A}"/>
              </a:ext>
            </a:extLst>
          </p:cNvPr>
          <p:cNvSpPr>
            <a:spLocks noGrp="1"/>
          </p:cNvSpPr>
          <p:nvPr>
            <p:ph type="ctrTitle" hasCustomPrompt="1"/>
          </p:nvPr>
        </p:nvSpPr>
        <p:spPr>
          <a:xfrm>
            <a:off x="791549" y="2491980"/>
            <a:ext cx="7764624" cy="1677243"/>
          </a:xfrm>
        </p:spPr>
        <p:txBody>
          <a:bodyPr anchor="b">
            <a:normAutofit/>
          </a:bodyPr>
          <a:lstStyle>
            <a:lvl1pPr algn="l">
              <a:defRPr sz="5800"/>
            </a:lvl1pPr>
          </a:lstStyle>
          <a:p>
            <a:r>
              <a:rPr lang="en-GB">
                <a:effectLst/>
              </a:rPr>
              <a:t>This is the title of </a:t>
            </a:r>
            <a:br>
              <a:rPr lang="en-GB">
                <a:effectLst/>
              </a:rPr>
            </a:br>
            <a:r>
              <a:rPr lang="en-GB">
                <a:effectLst/>
              </a:rPr>
              <a:t>the presentation</a:t>
            </a:r>
            <a:endParaRPr lang="en-US"/>
          </a:p>
        </p:txBody>
      </p:sp>
      <p:sp>
        <p:nvSpPr>
          <p:cNvPr id="3" name="Subtitle 2">
            <a:extLst>
              <a:ext uri="{FF2B5EF4-FFF2-40B4-BE49-F238E27FC236}">
                <a16:creationId xmlns:a16="http://schemas.microsoft.com/office/drawing/2014/main" id="{6A4A89C3-DF8F-91C4-5C2C-3B54E95C2CB3}"/>
              </a:ext>
            </a:extLst>
          </p:cNvPr>
          <p:cNvSpPr>
            <a:spLocks noGrp="1"/>
          </p:cNvSpPr>
          <p:nvPr>
            <p:ph type="subTitle" idx="1" hasCustomPrompt="1"/>
          </p:nvPr>
        </p:nvSpPr>
        <p:spPr>
          <a:xfrm>
            <a:off x="766669" y="4442620"/>
            <a:ext cx="3861316" cy="365125"/>
          </a:xfrm>
        </p:spPr>
        <p:txBody>
          <a:bodyPr>
            <a:noAutofit/>
          </a:bodyPr>
          <a:lstStyle>
            <a:lvl1pPr marL="0" indent="0" algn="l">
              <a:buNone/>
              <a:defRPr sz="27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Example sub-header</a:t>
            </a:r>
            <a:endParaRPr lang="en-US"/>
          </a:p>
        </p:txBody>
      </p:sp>
      <p:pic>
        <p:nvPicPr>
          <p:cNvPr id="20" name="Graphic 19">
            <a:extLst>
              <a:ext uri="{FF2B5EF4-FFF2-40B4-BE49-F238E27FC236}">
                <a16:creationId xmlns:a16="http://schemas.microsoft.com/office/drawing/2014/main" id="{5953A8C8-2A8E-FE9E-D4C8-8005EC111C5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604" y="809162"/>
            <a:ext cx="2870791" cy="629559"/>
          </a:xfrm>
          <a:prstGeom prst="rect">
            <a:avLst/>
          </a:prstGeom>
        </p:spPr>
      </p:pic>
      <p:pic>
        <p:nvPicPr>
          <p:cNvPr id="22" name="Picture 21">
            <a:extLst>
              <a:ext uri="{FF2B5EF4-FFF2-40B4-BE49-F238E27FC236}">
                <a16:creationId xmlns:a16="http://schemas.microsoft.com/office/drawing/2014/main" id="{68E15A83-C105-6231-2088-1335D7790013}"/>
              </a:ext>
            </a:extLst>
          </p:cNvPr>
          <p:cNvPicPr>
            <a:picLocks noChangeAspect="1"/>
          </p:cNvPicPr>
          <p:nvPr userDrawn="1"/>
        </p:nvPicPr>
        <p:blipFill>
          <a:blip r:embed="rId3"/>
          <a:srcRect/>
          <a:stretch/>
        </p:blipFill>
        <p:spPr>
          <a:xfrm>
            <a:off x="9082474" y="631456"/>
            <a:ext cx="2256652" cy="749140"/>
          </a:xfrm>
          <a:prstGeom prst="rect">
            <a:avLst/>
          </a:prstGeom>
        </p:spPr>
      </p:pic>
    </p:spTree>
    <p:extLst>
      <p:ext uri="{BB962C8B-B14F-4D97-AF65-F5344CB8AC3E}">
        <p14:creationId xmlns:p14="http://schemas.microsoft.com/office/powerpoint/2010/main" val="1464528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56C9-40F4-25C2-AB3F-47395D35253A}"/>
              </a:ext>
            </a:extLst>
          </p:cNvPr>
          <p:cNvSpPr>
            <a:spLocks noGrp="1"/>
          </p:cNvSpPr>
          <p:nvPr>
            <p:ph type="ctrTitle" hasCustomPrompt="1"/>
          </p:nvPr>
        </p:nvSpPr>
        <p:spPr>
          <a:xfrm>
            <a:off x="791549" y="2491980"/>
            <a:ext cx="7764624" cy="1677243"/>
          </a:xfrm>
        </p:spPr>
        <p:txBody>
          <a:bodyPr anchor="b">
            <a:normAutofit/>
          </a:bodyPr>
          <a:lstStyle>
            <a:lvl1pPr algn="l">
              <a:defRPr sz="5800"/>
            </a:lvl1pPr>
          </a:lstStyle>
          <a:p>
            <a:r>
              <a:rPr lang="en-GB">
                <a:effectLst/>
              </a:rPr>
              <a:t>This is the title of </a:t>
            </a:r>
            <a:br>
              <a:rPr lang="en-GB">
                <a:effectLst/>
              </a:rPr>
            </a:br>
            <a:r>
              <a:rPr lang="en-GB">
                <a:effectLst/>
              </a:rPr>
              <a:t>the presentation</a:t>
            </a:r>
            <a:endParaRPr lang="en-US"/>
          </a:p>
        </p:txBody>
      </p:sp>
      <p:sp>
        <p:nvSpPr>
          <p:cNvPr id="3" name="Subtitle 2">
            <a:extLst>
              <a:ext uri="{FF2B5EF4-FFF2-40B4-BE49-F238E27FC236}">
                <a16:creationId xmlns:a16="http://schemas.microsoft.com/office/drawing/2014/main" id="{6A4A89C3-DF8F-91C4-5C2C-3B54E95C2CB3}"/>
              </a:ext>
            </a:extLst>
          </p:cNvPr>
          <p:cNvSpPr>
            <a:spLocks noGrp="1"/>
          </p:cNvSpPr>
          <p:nvPr>
            <p:ph type="subTitle" idx="1" hasCustomPrompt="1"/>
          </p:nvPr>
        </p:nvSpPr>
        <p:spPr>
          <a:xfrm>
            <a:off x="766669" y="4442620"/>
            <a:ext cx="3861316" cy="365125"/>
          </a:xfrm>
        </p:spPr>
        <p:txBody>
          <a:bodyPr>
            <a:noAutofit/>
          </a:bodyPr>
          <a:lstStyle>
            <a:lvl1pPr marL="0" indent="0" algn="l">
              <a:buNone/>
              <a:defRPr sz="27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Example sub-header</a:t>
            </a:r>
            <a:endParaRPr lang="en-US"/>
          </a:p>
        </p:txBody>
      </p:sp>
      <p:pic>
        <p:nvPicPr>
          <p:cNvPr id="20" name="Graphic 19">
            <a:extLst>
              <a:ext uri="{FF2B5EF4-FFF2-40B4-BE49-F238E27FC236}">
                <a16:creationId xmlns:a16="http://schemas.microsoft.com/office/drawing/2014/main" id="{5953A8C8-2A8E-FE9E-D4C8-8005EC111C5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604" y="809162"/>
            <a:ext cx="2870791" cy="629559"/>
          </a:xfrm>
          <a:prstGeom prst="rect">
            <a:avLst/>
          </a:prstGeom>
        </p:spPr>
      </p:pic>
      <p:pic>
        <p:nvPicPr>
          <p:cNvPr id="22" name="Picture 21">
            <a:extLst>
              <a:ext uri="{FF2B5EF4-FFF2-40B4-BE49-F238E27FC236}">
                <a16:creationId xmlns:a16="http://schemas.microsoft.com/office/drawing/2014/main" id="{68E15A83-C105-6231-2088-1335D7790013}"/>
              </a:ext>
            </a:extLst>
          </p:cNvPr>
          <p:cNvPicPr>
            <a:picLocks noChangeAspect="1"/>
          </p:cNvPicPr>
          <p:nvPr userDrawn="1"/>
        </p:nvPicPr>
        <p:blipFill>
          <a:blip r:embed="rId3"/>
          <a:srcRect/>
          <a:stretch/>
        </p:blipFill>
        <p:spPr>
          <a:xfrm>
            <a:off x="9082474" y="631456"/>
            <a:ext cx="2256652" cy="749140"/>
          </a:xfrm>
          <a:prstGeom prst="rect">
            <a:avLst/>
          </a:prstGeom>
        </p:spPr>
      </p:pic>
      <p:sp>
        <p:nvSpPr>
          <p:cNvPr id="23" name="Picture Placeholder 22">
            <a:extLst>
              <a:ext uri="{FF2B5EF4-FFF2-40B4-BE49-F238E27FC236}">
                <a16:creationId xmlns:a16="http://schemas.microsoft.com/office/drawing/2014/main" id="{AB59CAEA-0C91-384B-37F6-3CDFB7A40B8A}"/>
              </a:ext>
            </a:extLst>
          </p:cNvPr>
          <p:cNvSpPr>
            <a:spLocks noGrp="1"/>
          </p:cNvSpPr>
          <p:nvPr>
            <p:ph type="pic" sz="quarter" idx="10"/>
          </p:nvPr>
        </p:nvSpPr>
        <p:spPr>
          <a:xfrm>
            <a:off x="6682733" y="1935117"/>
            <a:ext cx="5509267" cy="4850216"/>
          </a:xfrm>
          <a:custGeom>
            <a:avLst/>
            <a:gdLst>
              <a:gd name="connsiteX0" fmla="*/ 4125218 w 5509267"/>
              <a:gd name="connsiteY0" fmla="*/ 0 h 4850216"/>
              <a:gd name="connsiteX1" fmla="*/ 5509267 w 5509267"/>
              <a:gd name="connsiteY1" fmla="*/ 0 h 4850216"/>
              <a:gd name="connsiteX2" fmla="*/ 5509267 w 5509267"/>
              <a:gd name="connsiteY2" fmla="*/ 1025249 h 4850216"/>
              <a:gd name="connsiteX3" fmla="*/ 5509267 w 5509267"/>
              <a:gd name="connsiteY3" fmla="*/ 2064733 h 4850216"/>
              <a:gd name="connsiteX4" fmla="*/ 5509267 w 5509267"/>
              <a:gd name="connsiteY4" fmla="*/ 4850216 h 4850216"/>
              <a:gd name="connsiteX5" fmla="*/ 64707 w 5509267"/>
              <a:gd name="connsiteY5" fmla="*/ 4850216 h 4850216"/>
              <a:gd name="connsiteX6" fmla="*/ 0 w 5509267"/>
              <a:gd name="connsiteY6" fmla="*/ 4119462 h 4850216"/>
              <a:gd name="connsiteX7" fmla="*/ 4125218 w 5509267"/>
              <a:gd name="connsiteY7" fmla="*/ 0 h 485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09267" h="4850216">
                <a:moveTo>
                  <a:pt x="4125218" y="0"/>
                </a:moveTo>
                <a:cubicBezTo>
                  <a:pt x="4496940" y="0"/>
                  <a:pt x="4972933" y="0"/>
                  <a:pt x="5509267" y="0"/>
                </a:cubicBezTo>
                <a:lnTo>
                  <a:pt x="5509267" y="1025249"/>
                </a:lnTo>
                <a:lnTo>
                  <a:pt x="5509267" y="2064733"/>
                </a:lnTo>
                <a:lnTo>
                  <a:pt x="5509267" y="4850216"/>
                </a:lnTo>
                <a:lnTo>
                  <a:pt x="64707" y="4850216"/>
                </a:lnTo>
                <a:cubicBezTo>
                  <a:pt x="22190" y="4613050"/>
                  <a:pt x="0" y="4368844"/>
                  <a:pt x="0" y="4119462"/>
                </a:cubicBezTo>
                <a:cubicBezTo>
                  <a:pt x="0" y="1844346"/>
                  <a:pt x="1846923" y="0"/>
                  <a:pt x="4125218" y="0"/>
                </a:cubicBezTo>
                <a:close/>
              </a:path>
            </a:pathLst>
          </a:custGeom>
        </p:spPr>
        <p:txBody>
          <a:bodyPr wrap="square">
            <a:noAutofit/>
          </a:bodyPr>
          <a:lstStyle>
            <a:lvl1pPr marL="0" indent="0">
              <a:buNone/>
              <a:defRPr/>
            </a:lvl1pPr>
          </a:lstStyle>
          <a:p>
            <a:endParaRPr lang="en-US" dirty="0"/>
          </a:p>
        </p:txBody>
      </p:sp>
    </p:spTree>
    <p:extLst>
      <p:ext uri="{BB962C8B-B14F-4D97-AF65-F5344CB8AC3E}">
        <p14:creationId xmlns:p14="http://schemas.microsoft.com/office/powerpoint/2010/main" val="374120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Dark)">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8551F9C-AA06-206B-3DFC-247E8F8AC3BD}"/>
              </a:ext>
            </a:extLst>
          </p:cNvPr>
          <p:cNvPicPr>
            <a:picLocks noChangeAspect="1"/>
          </p:cNvPicPr>
          <p:nvPr userDrawn="1"/>
        </p:nvPicPr>
        <p:blipFill>
          <a:blip r:embed="rId2"/>
          <a:srcRect/>
          <a:stretch/>
        </p:blipFill>
        <p:spPr>
          <a:xfrm>
            <a:off x="9287596" y="631456"/>
            <a:ext cx="2034416" cy="749140"/>
          </a:xfrm>
          <a:prstGeom prst="rect">
            <a:avLst/>
          </a:prstGeom>
        </p:spPr>
      </p:pic>
      <p:pic>
        <p:nvPicPr>
          <p:cNvPr id="6" name="Graphic 5">
            <a:extLst>
              <a:ext uri="{FF2B5EF4-FFF2-40B4-BE49-F238E27FC236}">
                <a16:creationId xmlns:a16="http://schemas.microsoft.com/office/drawing/2014/main" id="{173D8B9C-A232-8A25-D920-8CE1CD4DFF7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850605" y="809162"/>
            <a:ext cx="2870789" cy="629559"/>
          </a:xfrm>
          <a:prstGeom prst="rect">
            <a:avLst/>
          </a:prstGeom>
        </p:spPr>
      </p:pic>
      <p:sp>
        <p:nvSpPr>
          <p:cNvPr id="2" name="Title 1">
            <a:extLst>
              <a:ext uri="{FF2B5EF4-FFF2-40B4-BE49-F238E27FC236}">
                <a16:creationId xmlns:a16="http://schemas.microsoft.com/office/drawing/2014/main" id="{4DBB56C9-40F4-25C2-AB3F-47395D35253A}"/>
              </a:ext>
            </a:extLst>
          </p:cNvPr>
          <p:cNvSpPr>
            <a:spLocks noGrp="1"/>
          </p:cNvSpPr>
          <p:nvPr>
            <p:ph type="ctrTitle" hasCustomPrompt="1"/>
          </p:nvPr>
        </p:nvSpPr>
        <p:spPr>
          <a:xfrm>
            <a:off x="791549" y="2491980"/>
            <a:ext cx="7764624" cy="1677243"/>
          </a:xfrm>
        </p:spPr>
        <p:txBody>
          <a:bodyPr anchor="b">
            <a:normAutofit/>
          </a:bodyPr>
          <a:lstStyle>
            <a:lvl1pPr algn="l">
              <a:defRPr sz="5800">
                <a:solidFill>
                  <a:schemeClr val="bg1"/>
                </a:solidFill>
              </a:defRPr>
            </a:lvl1pPr>
          </a:lstStyle>
          <a:p>
            <a:r>
              <a:rPr lang="en-GB">
                <a:effectLst/>
              </a:rPr>
              <a:t>This is the title of </a:t>
            </a:r>
            <a:br>
              <a:rPr lang="en-GB">
                <a:effectLst/>
              </a:rPr>
            </a:br>
            <a:r>
              <a:rPr lang="en-GB">
                <a:effectLst/>
              </a:rPr>
              <a:t>the presentation</a:t>
            </a:r>
            <a:endParaRPr lang="en-US"/>
          </a:p>
        </p:txBody>
      </p:sp>
      <p:sp>
        <p:nvSpPr>
          <p:cNvPr id="3" name="Subtitle 2">
            <a:extLst>
              <a:ext uri="{FF2B5EF4-FFF2-40B4-BE49-F238E27FC236}">
                <a16:creationId xmlns:a16="http://schemas.microsoft.com/office/drawing/2014/main" id="{6A4A89C3-DF8F-91C4-5C2C-3B54E95C2CB3}"/>
              </a:ext>
            </a:extLst>
          </p:cNvPr>
          <p:cNvSpPr>
            <a:spLocks noGrp="1"/>
          </p:cNvSpPr>
          <p:nvPr>
            <p:ph type="subTitle" idx="1" hasCustomPrompt="1"/>
          </p:nvPr>
        </p:nvSpPr>
        <p:spPr>
          <a:xfrm>
            <a:off x="766669" y="4442620"/>
            <a:ext cx="3861316" cy="365125"/>
          </a:xfrm>
        </p:spPr>
        <p:txBody>
          <a:bodyPr>
            <a:noAutofit/>
          </a:bodyPr>
          <a:lstStyle>
            <a:lvl1pPr marL="0" indent="0" algn="l">
              <a:buNone/>
              <a:defRPr sz="27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Example sub-header</a:t>
            </a:r>
            <a:endParaRPr lang="en-US"/>
          </a:p>
        </p:txBody>
      </p:sp>
      <p:sp>
        <p:nvSpPr>
          <p:cNvPr id="23" name="Picture Placeholder 22">
            <a:extLst>
              <a:ext uri="{FF2B5EF4-FFF2-40B4-BE49-F238E27FC236}">
                <a16:creationId xmlns:a16="http://schemas.microsoft.com/office/drawing/2014/main" id="{AB59CAEA-0C91-384B-37F6-3CDFB7A40B8A}"/>
              </a:ext>
            </a:extLst>
          </p:cNvPr>
          <p:cNvSpPr>
            <a:spLocks noGrp="1"/>
          </p:cNvSpPr>
          <p:nvPr>
            <p:ph type="pic" sz="quarter" idx="10"/>
          </p:nvPr>
        </p:nvSpPr>
        <p:spPr>
          <a:xfrm>
            <a:off x="6682733" y="1935112"/>
            <a:ext cx="5509267" cy="4850216"/>
          </a:xfrm>
          <a:custGeom>
            <a:avLst/>
            <a:gdLst>
              <a:gd name="connsiteX0" fmla="*/ 4125218 w 5509267"/>
              <a:gd name="connsiteY0" fmla="*/ 0 h 4850216"/>
              <a:gd name="connsiteX1" fmla="*/ 5509267 w 5509267"/>
              <a:gd name="connsiteY1" fmla="*/ 0 h 4850216"/>
              <a:gd name="connsiteX2" fmla="*/ 5509267 w 5509267"/>
              <a:gd name="connsiteY2" fmla="*/ 1025249 h 4850216"/>
              <a:gd name="connsiteX3" fmla="*/ 5509267 w 5509267"/>
              <a:gd name="connsiteY3" fmla="*/ 2064733 h 4850216"/>
              <a:gd name="connsiteX4" fmla="*/ 5509267 w 5509267"/>
              <a:gd name="connsiteY4" fmla="*/ 4850216 h 4850216"/>
              <a:gd name="connsiteX5" fmla="*/ 64707 w 5509267"/>
              <a:gd name="connsiteY5" fmla="*/ 4850216 h 4850216"/>
              <a:gd name="connsiteX6" fmla="*/ 0 w 5509267"/>
              <a:gd name="connsiteY6" fmla="*/ 4119462 h 4850216"/>
              <a:gd name="connsiteX7" fmla="*/ 4125218 w 5509267"/>
              <a:gd name="connsiteY7" fmla="*/ 0 h 485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09267" h="4850216">
                <a:moveTo>
                  <a:pt x="4125218" y="0"/>
                </a:moveTo>
                <a:cubicBezTo>
                  <a:pt x="4496940" y="0"/>
                  <a:pt x="4972933" y="0"/>
                  <a:pt x="5509267" y="0"/>
                </a:cubicBezTo>
                <a:lnTo>
                  <a:pt x="5509267" y="1025249"/>
                </a:lnTo>
                <a:lnTo>
                  <a:pt x="5509267" y="2064733"/>
                </a:lnTo>
                <a:lnTo>
                  <a:pt x="5509267" y="4850216"/>
                </a:lnTo>
                <a:lnTo>
                  <a:pt x="64707" y="4850216"/>
                </a:lnTo>
                <a:cubicBezTo>
                  <a:pt x="22190" y="4613050"/>
                  <a:pt x="0" y="4368844"/>
                  <a:pt x="0" y="4119462"/>
                </a:cubicBezTo>
                <a:cubicBezTo>
                  <a:pt x="0" y="1844346"/>
                  <a:pt x="1846923" y="0"/>
                  <a:pt x="4125218" y="0"/>
                </a:cubicBezTo>
                <a:close/>
              </a:path>
            </a:pathLst>
          </a:custGeom>
        </p:spPr>
        <p:txBody>
          <a:bodyPr wrap="square">
            <a:noAutofit/>
          </a:bodyPr>
          <a:lstStyle>
            <a:lvl1pPr marL="0" indent="0">
              <a:buNone/>
              <a:defRPr/>
            </a:lvl1pPr>
          </a:lstStyle>
          <a:p>
            <a:endParaRPr lang="en-US" dirty="0"/>
          </a:p>
        </p:txBody>
      </p:sp>
      <p:sp>
        <p:nvSpPr>
          <p:cNvPr id="5" name="TextBox 4">
            <a:extLst>
              <a:ext uri="{FF2B5EF4-FFF2-40B4-BE49-F238E27FC236}">
                <a16:creationId xmlns:a16="http://schemas.microsoft.com/office/drawing/2014/main" id="{7444D8EA-A672-6846-C041-D5AC363BC948}"/>
              </a:ext>
            </a:extLst>
          </p:cNvPr>
          <p:cNvSpPr txBox="1"/>
          <p:nvPr userDrawn="1"/>
        </p:nvSpPr>
        <p:spPr>
          <a:xfrm>
            <a:off x="3295291" y="6788989"/>
            <a:ext cx="184731" cy="369332"/>
          </a:xfrm>
          <a:prstGeom prst="rect">
            <a:avLst/>
          </a:prstGeom>
          <a:noFill/>
        </p:spPr>
        <p:txBody>
          <a:bodyPr wrap="none" rtlCol="0">
            <a:spAutoFit/>
          </a:bodyPr>
          <a:lstStyle/>
          <a:p>
            <a:endParaRPr lang="en-US" dirty="0"/>
          </a:p>
        </p:txBody>
      </p:sp>
      <p:pic>
        <p:nvPicPr>
          <p:cNvPr id="10" name="Picture 9">
            <a:extLst>
              <a:ext uri="{FF2B5EF4-FFF2-40B4-BE49-F238E27FC236}">
                <a16:creationId xmlns:a16="http://schemas.microsoft.com/office/drawing/2014/main" id="{684D41D9-6B96-63AC-C1DD-A2840AB547C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71143"/>
            <a:ext cx="12192000" cy="86857"/>
          </a:xfrm>
          <a:prstGeom prst="rect">
            <a:avLst/>
          </a:prstGeom>
        </p:spPr>
      </p:pic>
    </p:spTree>
    <p:extLst>
      <p:ext uri="{BB962C8B-B14F-4D97-AF65-F5344CB8AC3E}">
        <p14:creationId xmlns:p14="http://schemas.microsoft.com/office/powerpoint/2010/main" val="2915424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ex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B6A3-1C35-01F1-0B0C-D49BFAAE1480}"/>
              </a:ext>
            </a:extLst>
          </p:cNvPr>
          <p:cNvSpPr>
            <a:spLocks noGrp="1"/>
          </p:cNvSpPr>
          <p:nvPr>
            <p:ph type="title" hasCustomPrompt="1"/>
          </p:nvPr>
        </p:nvSpPr>
        <p:spPr>
          <a:xfrm>
            <a:off x="763695" y="534458"/>
            <a:ext cx="10515600" cy="1325563"/>
          </a:xfrm>
        </p:spPr>
        <p:txBody>
          <a:bodyPr/>
          <a:lstStyle/>
          <a:p>
            <a:r>
              <a:rPr lang="en-GB"/>
              <a:t>Example title</a:t>
            </a:r>
            <a:endParaRPr lang="en-US"/>
          </a:p>
        </p:txBody>
      </p:sp>
      <p:sp>
        <p:nvSpPr>
          <p:cNvPr id="4" name="Text Placeholder 3">
            <a:extLst>
              <a:ext uri="{FF2B5EF4-FFF2-40B4-BE49-F238E27FC236}">
                <a16:creationId xmlns:a16="http://schemas.microsoft.com/office/drawing/2014/main" id="{B2FFEDA0-53F9-4B0B-3B52-79E81241B840}"/>
              </a:ext>
            </a:extLst>
          </p:cNvPr>
          <p:cNvSpPr>
            <a:spLocks noGrp="1"/>
          </p:cNvSpPr>
          <p:nvPr>
            <p:ph type="body" sz="quarter" idx="10" hasCustomPrompt="1"/>
          </p:nvPr>
        </p:nvSpPr>
        <p:spPr>
          <a:xfrm>
            <a:off x="770470" y="1839702"/>
            <a:ext cx="6043503" cy="4279900"/>
          </a:xfrm>
        </p:spPr>
        <p:txBody>
          <a:bodyPr>
            <a:noAutofit/>
          </a:bodyPr>
          <a:lstStyle>
            <a:lvl1pPr marL="0" indent="0">
              <a:lnSpc>
                <a:spcPts val="2700"/>
              </a:lnSpc>
              <a:buNone/>
              <a:defRPr sz="1800"/>
            </a:lvl1pPr>
          </a:lstStyle>
          <a:p>
            <a:pPr lvl="0"/>
            <a:r>
              <a:rPr lang="en-GB">
                <a:effectLst/>
              </a:rPr>
              <a:t>Lorem ipsum </a:t>
            </a:r>
            <a:r>
              <a:rPr lang="en-GB" err="1">
                <a:effectLst/>
              </a:rPr>
              <a:t>dolor</a:t>
            </a:r>
            <a:r>
              <a:rPr lang="en-GB">
                <a:effectLst/>
              </a:rPr>
              <a:t> sit </a:t>
            </a:r>
            <a:r>
              <a:rPr lang="en-GB" err="1">
                <a:effectLst/>
              </a:rPr>
              <a:t>amet</a:t>
            </a:r>
            <a:r>
              <a:rPr lang="en-GB">
                <a:effectLst/>
              </a:rPr>
              <a:t>, </a:t>
            </a:r>
            <a:r>
              <a:rPr lang="en-GB" err="1">
                <a:effectLst/>
              </a:rPr>
              <a:t>consectetur</a:t>
            </a:r>
            <a:r>
              <a:rPr lang="en-GB">
                <a:effectLst/>
              </a:rPr>
              <a:t> </a:t>
            </a:r>
            <a:r>
              <a:rPr lang="en-GB" err="1">
                <a:effectLst/>
              </a:rPr>
              <a:t>adipiscing</a:t>
            </a:r>
            <a:r>
              <a:rPr lang="en-GB">
                <a:effectLst/>
              </a:rPr>
              <a:t> </a:t>
            </a:r>
            <a:r>
              <a:rPr lang="en-GB" err="1">
                <a:effectLst/>
              </a:rPr>
              <a:t>elit</a:t>
            </a:r>
            <a:r>
              <a:rPr lang="en-GB">
                <a:effectLst/>
              </a:rPr>
              <a:t>. </a:t>
            </a:r>
            <a:r>
              <a:rPr lang="en-GB" err="1">
                <a:effectLst/>
              </a:rPr>
              <a:t>Sed</a:t>
            </a:r>
            <a:r>
              <a:rPr lang="en-GB">
                <a:effectLst/>
              </a:rPr>
              <a:t> </a:t>
            </a:r>
            <a:r>
              <a:rPr lang="en-GB" err="1">
                <a:effectLst/>
              </a:rPr>
              <a:t>hendrerit</a:t>
            </a:r>
            <a:r>
              <a:rPr lang="en-GB">
                <a:effectLst/>
              </a:rPr>
              <a:t> semper </a:t>
            </a:r>
            <a:r>
              <a:rPr lang="en-GB" err="1">
                <a:effectLst/>
              </a:rPr>
              <a:t>leo</a:t>
            </a:r>
            <a:r>
              <a:rPr lang="en-GB">
                <a:effectLst/>
              </a:rPr>
              <a:t>, </a:t>
            </a:r>
            <a:r>
              <a:rPr lang="en-GB" err="1">
                <a:effectLst/>
              </a:rPr>
              <a:t>nec</a:t>
            </a:r>
            <a:r>
              <a:rPr lang="en-GB">
                <a:effectLst/>
              </a:rPr>
              <a:t> </a:t>
            </a:r>
            <a:r>
              <a:rPr lang="en-GB" err="1">
                <a:effectLst/>
              </a:rPr>
              <a:t>accumsan</a:t>
            </a:r>
            <a:r>
              <a:rPr lang="en-GB">
                <a:effectLst/>
              </a:rPr>
              <a:t> nisi </a:t>
            </a:r>
            <a:r>
              <a:rPr lang="en-GB" err="1">
                <a:effectLst/>
              </a:rPr>
              <a:t>finibus</a:t>
            </a:r>
            <a:r>
              <a:rPr lang="en-GB">
                <a:effectLst/>
              </a:rPr>
              <a:t> vel. Ut </a:t>
            </a:r>
            <a:r>
              <a:rPr lang="en-GB" err="1">
                <a:effectLst/>
              </a:rPr>
              <a:t>sodales</a:t>
            </a:r>
            <a:r>
              <a:rPr lang="en-GB">
                <a:effectLst/>
              </a:rPr>
              <a:t>, dui </a:t>
            </a:r>
            <a:r>
              <a:rPr lang="en-GB" err="1">
                <a:effectLst/>
              </a:rPr>
              <a:t>vel</a:t>
            </a:r>
            <a:r>
              <a:rPr lang="en-GB">
                <a:effectLst/>
              </a:rPr>
              <a:t> </a:t>
            </a:r>
            <a:r>
              <a:rPr lang="en-GB" err="1">
                <a:effectLst/>
              </a:rPr>
              <a:t>vulputate</a:t>
            </a:r>
            <a:r>
              <a:rPr lang="en-GB">
                <a:effectLst/>
              </a:rPr>
              <a:t> </a:t>
            </a:r>
            <a:r>
              <a:rPr lang="en-GB" err="1">
                <a:effectLst/>
              </a:rPr>
              <a:t>vehicula</a:t>
            </a:r>
            <a:r>
              <a:rPr lang="en-GB">
                <a:effectLst/>
              </a:rPr>
              <a:t>, </a:t>
            </a:r>
            <a:r>
              <a:rPr lang="en-GB" err="1">
                <a:effectLst/>
              </a:rPr>
              <a:t>arcu</a:t>
            </a:r>
            <a:r>
              <a:rPr lang="en-GB">
                <a:effectLst/>
              </a:rPr>
              <a:t> nisi </a:t>
            </a:r>
            <a:r>
              <a:rPr lang="en-GB" err="1">
                <a:effectLst/>
              </a:rPr>
              <a:t>suscipit</a:t>
            </a:r>
            <a:r>
              <a:rPr lang="en-GB">
                <a:effectLst/>
              </a:rPr>
              <a:t> </a:t>
            </a:r>
            <a:r>
              <a:rPr lang="en-GB" err="1">
                <a:effectLst/>
              </a:rPr>
              <a:t>justo</a:t>
            </a:r>
            <a:r>
              <a:rPr lang="en-GB">
                <a:effectLst/>
              </a:rPr>
              <a:t>, ac </a:t>
            </a:r>
            <a:r>
              <a:rPr lang="en-GB" err="1">
                <a:effectLst/>
              </a:rPr>
              <a:t>tincidunt</a:t>
            </a:r>
            <a:r>
              <a:rPr lang="en-GB">
                <a:effectLst/>
              </a:rPr>
              <a:t> </a:t>
            </a:r>
            <a:r>
              <a:rPr lang="en-GB" err="1">
                <a:effectLst/>
              </a:rPr>
              <a:t>dolor</a:t>
            </a:r>
            <a:r>
              <a:rPr lang="en-GB">
                <a:effectLst/>
              </a:rPr>
              <a:t> dui a </a:t>
            </a:r>
            <a:r>
              <a:rPr lang="en-GB" err="1">
                <a:effectLst/>
              </a:rPr>
              <a:t>purus</a:t>
            </a:r>
            <a:r>
              <a:rPr lang="en-GB">
                <a:effectLst/>
              </a:rPr>
              <a:t>. Maecenas auctor </a:t>
            </a:r>
            <a:r>
              <a:rPr lang="en-GB" err="1">
                <a:effectLst/>
              </a:rPr>
              <a:t>tincidunt</a:t>
            </a:r>
            <a:r>
              <a:rPr lang="en-GB">
                <a:effectLst/>
              </a:rPr>
              <a:t> </a:t>
            </a:r>
            <a:r>
              <a:rPr lang="en-GB" err="1">
                <a:effectLst/>
              </a:rPr>
              <a:t>quam</a:t>
            </a:r>
            <a:r>
              <a:rPr lang="en-GB">
                <a:effectLst/>
              </a:rPr>
              <a:t>, ac </a:t>
            </a:r>
            <a:r>
              <a:rPr lang="en-GB" err="1">
                <a:effectLst/>
              </a:rPr>
              <a:t>facilisis</a:t>
            </a:r>
            <a:r>
              <a:rPr lang="en-GB">
                <a:effectLst/>
              </a:rPr>
              <a:t> </a:t>
            </a:r>
            <a:r>
              <a:rPr lang="en-GB" err="1">
                <a:effectLst/>
              </a:rPr>
              <a:t>purus</a:t>
            </a:r>
            <a:r>
              <a:rPr lang="en-GB">
                <a:effectLst/>
              </a:rPr>
              <a:t> </a:t>
            </a:r>
            <a:r>
              <a:rPr lang="en-GB" err="1">
                <a:effectLst/>
              </a:rPr>
              <a:t>efficitur</a:t>
            </a:r>
            <a:r>
              <a:rPr lang="en-GB">
                <a:effectLst/>
              </a:rPr>
              <a:t> </a:t>
            </a:r>
            <a:r>
              <a:rPr lang="en-GB" err="1">
                <a:effectLst/>
              </a:rPr>
              <a:t>ut.</a:t>
            </a:r>
            <a:r>
              <a:rPr lang="en-GB">
                <a:effectLst/>
              </a:rPr>
              <a:t> Integer ac </a:t>
            </a:r>
            <a:r>
              <a:rPr lang="en-GB" err="1">
                <a:effectLst/>
              </a:rPr>
              <a:t>tortor</a:t>
            </a:r>
            <a:r>
              <a:rPr lang="en-GB">
                <a:effectLst/>
              </a:rPr>
              <a:t> </a:t>
            </a:r>
            <a:r>
              <a:rPr lang="en-GB" err="1">
                <a:effectLst/>
              </a:rPr>
              <a:t>eu</a:t>
            </a:r>
            <a:r>
              <a:rPr lang="en-GB">
                <a:effectLst/>
              </a:rPr>
              <a:t> </a:t>
            </a:r>
            <a:r>
              <a:rPr lang="en-GB" err="1">
                <a:effectLst/>
              </a:rPr>
              <a:t>velit</a:t>
            </a:r>
            <a:r>
              <a:rPr lang="en-GB">
                <a:effectLst/>
              </a:rPr>
              <a:t> </a:t>
            </a:r>
            <a:r>
              <a:rPr lang="en-GB" err="1">
                <a:effectLst/>
              </a:rPr>
              <a:t>interdum</a:t>
            </a:r>
            <a:r>
              <a:rPr lang="en-GB">
                <a:effectLst/>
              </a:rPr>
              <a:t> lacinia et sit.</a:t>
            </a:r>
          </a:p>
          <a:p>
            <a:pPr lvl="0"/>
            <a:r>
              <a:rPr lang="en-GB" err="1">
                <a:effectLst/>
              </a:rPr>
              <a:t>Vivamus</a:t>
            </a:r>
            <a:r>
              <a:rPr lang="en-GB">
                <a:effectLst/>
              </a:rPr>
              <a:t> </a:t>
            </a:r>
            <a:r>
              <a:rPr lang="en-GB" err="1">
                <a:effectLst/>
              </a:rPr>
              <a:t>nec</a:t>
            </a:r>
            <a:r>
              <a:rPr lang="en-GB">
                <a:effectLst/>
              </a:rPr>
              <a:t> </a:t>
            </a:r>
            <a:r>
              <a:rPr lang="en-GB" err="1">
                <a:effectLst/>
              </a:rPr>
              <a:t>lectus</a:t>
            </a:r>
            <a:r>
              <a:rPr lang="en-GB">
                <a:effectLst/>
              </a:rPr>
              <a:t> id </a:t>
            </a:r>
            <a:r>
              <a:rPr lang="en-GB" err="1">
                <a:effectLst/>
              </a:rPr>
              <a:t>justo</a:t>
            </a:r>
            <a:r>
              <a:rPr lang="en-GB">
                <a:effectLst/>
              </a:rPr>
              <a:t> </a:t>
            </a:r>
            <a:r>
              <a:rPr lang="en-GB" err="1">
                <a:effectLst/>
              </a:rPr>
              <a:t>consequat</a:t>
            </a:r>
            <a:r>
              <a:rPr lang="en-GB">
                <a:effectLst/>
              </a:rPr>
              <a:t> </a:t>
            </a:r>
            <a:r>
              <a:rPr lang="en-GB" err="1">
                <a:effectLst/>
              </a:rPr>
              <a:t>ultricies</a:t>
            </a:r>
            <a:r>
              <a:rPr lang="en-GB">
                <a:effectLst/>
              </a:rPr>
              <a:t>. In hac </a:t>
            </a:r>
            <a:r>
              <a:rPr lang="en-GB" err="1">
                <a:effectLst/>
              </a:rPr>
              <a:t>habitasse</a:t>
            </a:r>
            <a:r>
              <a:rPr lang="en-GB">
                <a:effectLst/>
              </a:rPr>
              <a:t> </a:t>
            </a:r>
            <a:r>
              <a:rPr lang="en-GB" err="1">
                <a:effectLst/>
              </a:rPr>
              <a:t>platea</a:t>
            </a:r>
            <a:r>
              <a:rPr lang="en-GB">
                <a:effectLst/>
              </a:rPr>
              <a:t> </a:t>
            </a:r>
            <a:r>
              <a:rPr lang="en-GB" err="1">
                <a:effectLst/>
              </a:rPr>
              <a:t>dictumst</a:t>
            </a:r>
            <a:r>
              <a:rPr lang="en-GB">
                <a:effectLst/>
              </a:rPr>
              <a:t>. </a:t>
            </a:r>
            <a:r>
              <a:rPr lang="en-GB" err="1">
                <a:effectLst/>
              </a:rPr>
              <a:t>Fusce</a:t>
            </a:r>
            <a:r>
              <a:rPr lang="en-GB">
                <a:effectLst/>
              </a:rPr>
              <a:t> vestibulum libero at nisi </a:t>
            </a:r>
            <a:r>
              <a:rPr lang="en-GB" err="1">
                <a:effectLst/>
              </a:rPr>
              <a:t>ullamcorper</a:t>
            </a:r>
            <a:r>
              <a:rPr lang="en-GB">
                <a:effectLst/>
              </a:rPr>
              <a:t>, a </a:t>
            </a:r>
            <a:r>
              <a:rPr lang="en-GB" err="1">
                <a:effectLst/>
              </a:rPr>
              <a:t>dapibus</a:t>
            </a:r>
            <a:r>
              <a:rPr lang="en-GB">
                <a:effectLst/>
              </a:rPr>
              <a:t> </a:t>
            </a:r>
            <a:r>
              <a:rPr lang="en-GB" err="1">
                <a:effectLst/>
              </a:rPr>
              <a:t>lectus</a:t>
            </a:r>
            <a:r>
              <a:rPr lang="en-GB">
                <a:effectLst/>
              </a:rPr>
              <a:t> gravida.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a:t>
            </a:r>
            <a:endParaRPr lang="en-GB"/>
          </a:p>
        </p:txBody>
      </p:sp>
      <p:sp>
        <p:nvSpPr>
          <p:cNvPr id="10" name="Picture Placeholder 9">
            <a:extLst>
              <a:ext uri="{FF2B5EF4-FFF2-40B4-BE49-F238E27FC236}">
                <a16:creationId xmlns:a16="http://schemas.microsoft.com/office/drawing/2014/main" id="{7467C051-90C9-9760-EE5C-F113B036F2C9}"/>
              </a:ext>
            </a:extLst>
          </p:cNvPr>
          <p:cNvSpPr>
            <a:spLocks noGrp="1"/>
          </p:cNvSpPr>
          <p:nvPr>
            <p:ph type="pic" sz="quarter" idx="11"/>
          </p:nvPr>
        </p:nvSpPr>
        <p:spPr>
          <a:xfrm>
            <a:off x="6749622" y="1113167"/>
            <a:ext cx="5442377" cy="5671202"/>
          </a:xfrm>
          <a:custGeom>
            <a:avLst/>
            <a:gdLst>
              <a:gd name="connsiteX0" fmla="*/ 5442377 w 5442377"/>
              <a:gd name="connsiteY0" fmla="*/ 0 h 5671202"/>
              <a:gd name="connsiteX1" fmla="*/ 5442377 w 5442377"/>
              <a:gd name="connsiteY1" fmla="*/ 171263 h 5671202"/>
              <a:gd name="connsiteX2" fmla="*/ 5442377 w 5442377"/>
              <a:gd name="connsiteY2" fmla="*/ 826186 h 5671202"/>
              <a:gd name="connsiteX3" fmla="*/ 5442377 w 5442377"/>
              <a:gd name="connsiteY3" fmla="*/ 5378671 h 5671202"/>
              <a:gd name="connsiteX4" fmla="*/ 5442377 w 5442377"/>
              <a:gd name="connsiteY4" fmla="*/ 5671202 h 5671202"/>
              <a:gd name="connsiteX5" fmla="*/ 0 w 5442377"/>
              <a:gd name="connsiteY5" fmla="*/ 5671202 h 5671202"/>
              <a:gd name="connsiteX6" fmla="*/ 5442377 w 5442377"/>
              <a:gd name="connsiteY6" fmla="*/ 0 h 5671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2377" h="5671202">
                <a:moveTo>
                  <a:pt x="5442377" y="0"/>
                </a:moveTo>
                <a:lnTo>
                  <a:pt x="5442377" y="171263"/>
                </a:lnTo>
                <a:lnTo>
                  <a:pt x="5442377" y="826186"/>
                </a:lnTo>
                <a:lnTo>
                  <a:pt x="5442377" y="5378671"/>
                </a:lnTo>
                <a:lnTo>
                  <a:pt x="5442377" y="5671202"/>
                </a:lnTo>
                <a:lnTo>
                  <a:pt x="0" y="5671202"/>
                </a:lnTo>
                <a:cubicBezTo>
                  <a:pt x="0" y="2508950"/>
                  <a:pt x="2639608" y="96819"/>
                  <a:pt x="5442377" y="0"/>
                </a:cubicBezTo>
                <a:close/>
              </a:path>
            </a:pathLst>
          </a:custGeom>
        </p:spPr>
        <p:txBody>
          <a:bodyPr wrap="square">
            <a:noAutofit/>
          </a:bodyPr>
          <a:lstStyle/>
          <a:p>
            <a:endParaRPr lang="en-US" dirty="0"/>
          </a:p>
        </p:txBody>
      </p:sp>
    </p:spTree>
    <p:extLst>
      <p:ext uri="{BB962C8B-B14F-4D97-AF65-F5344CB8AC3E}">
        <p14:creationId xmlns:p14="http://schemas.microsoft.com/office/powerpoint/2010/main" val="184988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49E9807-481F-789A-A4A4-18908DDAA257}"/>
              </a:ext>
            </a:extLst>
          </p:cNvPr>
          <p:cNvSpPr txBox="1"/>
          <p:nvPr userDrawn="1"/>
        </p:nvSpPr>
        <p:spPr>
          <a:xfrm>
            <a:off x="673694" y="2515317"/>
            <a:ext cx="5734228" cy="895350"/>
          </a:xfrm>
          <a:prstGeom prst="rect">
            <a:avLst/>
          </a:prstGeom>
          <a:noFill/>
        </p:spPr>
        <p:txBody>
          <a:bodyPr wrap="square" rtlCol="0">
            <a:spAutoFit/>
          </a:bodyPr>
          <a:lstStyle/>
          <a:p>
            <a:r>
              <a:rPr lang="en-GB" sz="5800" b="1" i="0" dirty="0">
                <a:solidFill>
                  <a:schemeClr val="tx1"/>
                </a:solidFill>
                <a:effectLst/>
                <a:latin typeface="Arial" panose="020B0604020202020204" pitchFamily="34" charset="0"/>
                <a:cs typeface="Arial" panose="020B0604020202020204" pitchFamily="34" charset="0"/>
              </a:rPr>
              <a:t>Thank you</a:t>
            </a:r>
            <a:endParaRPr lang="en-US" sz="5800" b="1" i="0" dirty="0">
              <a:solidFill>
                <a:schemeClr val="tx1"/>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1B1349BE-906A-ADCF-254A-90974832D629}"/>
              </a:ext>
            </a:extLst>
          </p:cNvPr>
          <p:cNvSpPr>
            <a:spLocks noGrp="1"/>
          </p:cNvSpPr>
          <p:nvPr>
            <p:ph type="body" sz="quarter" idx="10" hasCustomPrompt="1"/>
          </p:nvPr>
        </p:nvSpPr>
        <p:spPr>
          <a:xfrm>
            <a:off x="749578" y="4280572"/>
            <a:ext cx="5327709" cy="751898"/>
          </a:xfrm>
        </p:spPr>
        <p:txBody>
          <a:bodyPr>
            <a:normAutofit/>
          </a:bodyPr>
          <a:lstStyle>
            <a:lvl1pPr marL="0" indent="0">
              <a:lnSpc>
                <a:spcPts val="2000"/>
              </a:lnSpc>
              <a:spcBef>
                <a:spcPts val="0"/>
              </a:spcBef>
              <a:buNone/>
              <a:defRPr sz="1500" b="1" i="0">
                <a:latin typeface="Arial" panose="020B0604020202020204" pitchFamily="34" charset="0"/>
                <a:cs typeface="Arial" panose="020B0604020202020204" pitchFamily="34" charset="0"/>
              </a:defRPr>
            </a:lvl1pPr>
          </a:lstStyle>
          <a:p>
            <a:pPr lvl="0"/>
            <a:r>
              <a:rPr lang="en-GB"/>
              <a:t>Placeholder name</a:t>
            </a:r>
          </a:p>
        </p:txBody>
      </p:sp>
      <p:sp>
        <p:nvSpPr>
          <p:cNvPr id="11" name="Text Placeholder 9">
            <a:extLst>
              <a:ext uri="{FF2B5EF4-FFF2-40B4-BE49-F238E27FC236}">
                <a16:creationId xmlns:a16="http://schemas.microsoft.com/office/drawing/2014/main" id="{5CA63458-9D1B-FB23-96E4-5BE3EFB192DD}"/>
              </a:ext>
            </a:extLst>
          </p:cNvPr>
          <p:cNvSpPr>
            <a:spLocks noGrp="1"/>
          </p:cNvSpPr>
          <p:nvPr>
            <p:ph type="body" sz="quarter" idx="11" hasCustomPrompt="1"/>
          </p:nvPr>
        </p:nvSpPr>
        <p:spPr>
          <a:xfrm>
            <a:off x="749577" y="4531523"/>
            <a:ext cx="5327709" cy="512897"/>
          </a:xfrm>
        </p:spPr>
        <p:txBody>
          <a:bodyPr>
            <a:normAutofit/>
          </a:bodyPr>
          <a:lstStyle>
            <a:lvl1pPr marL="0" indent="0">
              <a:lnSpc>
                <a:spcPts val="2000"/>
              </a:lnSpc>
              <a:spcBef>
                <a:spcPts val="0"/>
              </a:spcBef>
              <a:buNone/>
              <a:defRPr sz="1500" b="0" i="0">
                <a:latin typeface="Arial" panose="020B0604020202020204" pitchFamily="34" charset="0"/>
                <a:cs typeface="Arial" panose="020B0604020202020204" pitchFamily="34" charset="0"/>
              </a:defRPr>
            </a:lvl1pPr>
          </a:lstStyle>
          <a:p>
            <a:pPr lvl="0"/>
            <a:r>
              <a:rPr lang="en-GB" err="1"/>
              <a:t>placeholderemail@healthiertogther.org</a:t>
            </a:r>
            <a:endParaRPr lang="en-GB"/>
          </a:p>
          <a:p>
            <a:pPr lvl="0"/>
            <a:r>
              <a:rPr lang="en-GB"/>
              <a:t>01234567890</a:t>
            </a:r>
            <a:endParaRPr lang="en-US"/>
          </a:p>
        </p:txBody>
      </p:sp>
      <p:pic>
        <p:nvPicPr>
          <p:cNvPr id="2" name="Graphic 1">
            <a:extLst>
              <a:ext uri="{FF2B5EF4-FFF2-40B4-BE49-F238E27FC236}">
                <a16:creationId xmlns:a16="http://schemas.microsoft.com/office/drawing/2014/main" id="{36A58167-8AEE-B552-476D-68E309DA213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604" y="809162"/>
            <a:ext cx="2870791" cy="629559"/>
          </a:xfrm>
          <a:prstGeom prst="rect">
            <a:avLst/>
          </a:prstGeom>
        </p:spPr>
      </p:pic>
      <p:pic>
        <p:nvPicPr>
          <p:cNvPr id="3" name="Picture 2">
            <a:extLst>
              <a:ext uri="{FF2B5EF4-FFF2-40B4-BE49-F238E27FC236}">
                <a16:creationId xmlns:a16="http://schemas.microsoft.com/office/drawing/2014/main" id="{67534328-D49C-520D-1788-15A143AC7D92}"/>
              </a:ext>
            </a:extLst>
          </p:cNvPr>
          <p:cNvPicPr>
            <a:picLocks noChangeAspect="1"/>
          </p:cNvPicPr>
          <p:nvPr userDrawn="1"/>
        </p:nvPicPr>
        <p:blipFill>
          <a:blip r:embed="rId3"/>
          <a:srcRect/>
          <a:stretch/>
        </p:blipFill>
        <p:spPr>
          <a:xfrm>
            <a:off x="9082475" y="631456"/>
            <a:ext cx="2256652" cy="749140"/>
          </a:xfrm>
          <a:prstGeom prst="rect">
            <a:avLst/>
          </a:prstGeom>
        </p:spPr>
      </p:pic>
    </p:spTree>
    <p:extLst>
      <p:ext uri="{BB962C8B-B14F-4D97-AF65-F5344CB8AC3E}">
        <p14:creationId xmlns:p14="http://schemas.microsoft.com/office/powerpoint/2010/main" val="1894294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Slide (Dar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56C9-40F4-25C2-AB3F-47395D35253A}"/>
              </a:ext>
            </a:extLst>
          </p:cNvPr>
          <p:cNvSpPr>
            <a:spLocks noGrp="1"/>
          </p:cNvSpPr>
          <p:nvPr>
            <p:ph type="ctrTitle" hasCustomPrompt="1"/>
          </p:nvPr>
        </p:nvSpPr>
        <p:spPr>
          <a:xfrm>
            <a:off x="766670" y="2102049"/>
            <a:ext cx="5573746" cy="1677243"/>
          </a:xfrm>
        </p:spPr>
        <p:txBody>
          <a:bodyPr anchor="b">
            <a:normAutofit/>
          </a:bodyPr>
          <a:lstStyle>
            <a:lvl1pPr algn="l">
              <a:defRPr sz="5000">
                <a:solidFill>
                  <a:schemeClr val="bg1"/>
                </a:solidFill>
              </a:defRPr>
            </a:lvl1pPr>
          </a:lstStyle>
          <a:p>
            <a:r>
              <a:rPr lang="en-GB">
                <a:effectLst/>
              </a:rPr>
              <a:t>This is the title of </a:t>
            </a:r>
            <a:br>
              <a:rPr lang="en-GB">
                <a:effectLst/>
              </a:rPr>
            </a:br>
            <a:r>
              <a:rPr lang="en-GB">
                <a:effectLst/>
              </a:rPr>
              <a:t>a section slide</a:t>
            </a:r>
            <a:endParaRPr lang="en-US"/>
          </a:p>
        </p:txBody>
      </p:sp>
      <p:sp>
        <p:nvSpPr>
          <p:cNvPr id="3" name="Subtitle 2">
            <a:extLst>
              <a:ext uri="{FF2B5EF4-FFF2-40B4-BE49-F238E27FC236}">
                <a16:creationId xmlns:a16="http://schemas.microsoft.com/office/drawing/2014/main" id="{6A4A89C3-DF8F-91C4-5C2C-3B54E95C2CB3}"/>
              </a:ext>
            </a:extLst>
          </p:cNvPr>
          <p:cNvSpPr>
            <a:spLocks noGrp="1"/>
          </p:cNvSpPr>
          <p:nvPr>
            <p:ph type="subTitle" idx="1" hasCustomPrompt="1"/>
          </p:nvPr>
        </p:nvSpPr>
        <p:spPr>
          <a:xfrm>
            <a:off x="762395" y="3992037"/>
            <a:ext cx="3861316" cy="365125"/>
          </a:xfrm>
        </p:spPr>
        <p:txBody>
          <a:bodyPr>
            <a:noAutofit/>
          </a:bodyPr>
          <a:lstStyle>
            <a:lvl1pPr marL="0" indent="0" algn="l">
              <a:buNone/>
              <a:defRPr sz="25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Example sub-header</a:t>
            </a:r>
            <a:endParaRPr lang="en-US"/>
          </a:p>
        </p:txBody>
      </p:sp>
      <p:pic>
        <p:nvPicPr>
          <p:cNvPr id="20" name="Graphic 19">
            <a:extLst>
              <a:ext uri="{FF2B5EF4-FFF2-40B4-BE49-F238E27FC236}">
                <a16:creationId xmlns:a16="http://schemas.microsoft.com/office/drawing/2014/main" id="{5953A8C8-2A8E-FE9E-D4C8-8005EC111C5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850605" y="809162"/>
            <a:ext cx="2870789" cy="629559"/>
          </a:xfrm>
          <a:prstGeom prst="rect">
            <a:avLst/>
          </a:prstGeom>
        </p:spPr>
      </p:pic>
      <p:pic>
        <p:nvPicPr>
          <p:cNvPr id="22" name="Picture 21">
            <a:extLst>
              <a:ext uri="{FF2B5EF4-FFF2-40B4-BE49-F238E27FC236}">
                <a16:creationId xmlns:a16="http://schemas.microsoft.com/office/drawing/2014/main" id="{68E15A83-C105-6231-2088-1335D7790013}"/>
              </a:ext>
            </a:extLst>
          </p:cNvPr>
          <p:cNvPicPr>
            <a:picLocks noChangeAspect="1"/>
          </p:cNvPicPr>
          <p:nvPr userDrawn="1"/>
        </p:nvPicPr>
        <p:blipFill>
          <a:blip r:embed="rId3"/>
          <a:srcRect/>
          <a:stretch/>
        </p:blipFill>
        <p:spPr>
          <a:xfrm>
            <a:off x="9287596" y="631456"/>
            <a:ext cx="2034416" cy="749140"/>
          </a:xfrm>
          <a:prstGeom prst="rect">
            <a:avLst/>
          </a:prstGeom>
        </p:spPr>
      </p:pic>
      <p:sp>
        <p:nvSpPr>
          <p:cNvPr id="15" name="Picture Placeholder 14">
            <a:extLst>
              <a:ext uri="{FF2B5EF4-FFF2-40B4-BE49-F238E27FC236}">
                <a16:creationId xmlns:a16="http://schemas.microsoft.com/office/drawing/2014/main" id="{3E91CEAF-FF6E-8FD5-BFDA-E38D01BC4820}"/>
              </a:ext>
            </a:extLst>
          </p:cNvPr>
          <p:cNvSpPr>
            <a:spLocks noGrp="1"/>
          </p:cNvSpPr>
          <p:nvPr>
            <p:ph type="pic" sz="quarter" idx="10"/>
          </p:nvPr>
        </p:nvSpPr>
        <p:spPr>
          <a:xfrm>
            <a:off x="6186893" y="1650309"/>
            <a:ext cx="6001412" cy="5140114"/>
          </a:xfrm>
          <a:custGeom>
            <a:avLst/>
            <a:gdLst>
              <a:gd name="connsiteX0" fmla="*/ 3107437 w 6001412"/>
              <a:gd name="connsiteY0" fmla="*/ 0 h 5140114"/>
              <a:gd name="connsiteX1" fmla="*/ 6001412 w 6001412"/>
              <a:gd name="connsiteY1" fmla="*/ 0 h 5140114"/>
              <a:gd name="connsiteX2" fmla="*/ 6001412 w 6001412"/>
              <a:gd name="connsiteY2" fmla="*/ 1209937 h 5140114"/>
              <a:gd name="connsiteX3" fmla="*/ 6001412 w 6001412"/>
              <a:gd name="connsiteY3" fmla="*/ 2458112 h 5140114"/>
              <a:gd name="connsiteX4" fmla="*/ 6001412 w 6001412"/>
              <a:gd name="connsiteY4" fmla="*/ 5140114 h 5140114"/>
              <a:gd name="connsiteX5" fmla="*/ 755013 w 6001412"/>
              <a:gd name="connsiteY5" fmla="*/ 5140114 h 5140114"/>
              <a:gd name="connsiteX6" fmla="*/ 0 w 6001412"/>
              <a:gd name="connsiteY6" fmla="*/ 3108803 h 5140114"/>
              <a:gd name="connsiteX7" fmla="*/ 3107437 w 6001412"/>
              <a:gd name="connsiteY7" fmla="*/ 0 h 514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1412" h="5140114">
                <a:moveTo>
                  <a:pt x="3107437" y="0"/>
                </a:moveTo>
                <a:cubicBezTo>
                  <a:pt x="3775063" y="0"/>
                  <a:pt x="4889204" y="0"/>
                  <a:pt x="6001412" y="0"/>
                </a:cubicBezTo>
                <a:lnTo>
                  <a:pt x="6001412" y="1209937"/>
                </a:lnTo>
                <a:lnTo>
                  <a:pt x="6001412" y="2458112"/>
                </a:lnTo>
                <a:lnTo>
                  <a:pt x="6001412" y="5140114"/>
                </a:lnTo>
                <a:lnTo>
                  <a:pt x="755013" y="5140114"/>
                </a:lnTo>
                <a:cubicBezTo>
                  <a:pt x="284547" y="4595284"/>
                  <a:pt x="0" y="3885290"/>
                  <a:pt x="0" y="3108803"/>
                </a:cubicBezTo>
                <a:cubicBezTo>
                  <a:pt x="0" y="1391855"/>
                  <a:pt x="1391244" y="0"/>
                  <a:pt x="3107437" y="0"/>
                </a:cubicBezTo>
                <a:close/>
              </a:path>
            </a:pathLst>
          </a:custGeom>
        </p:spPr>
        <p:txBody>
          <a:bodyPr wrap="square">
            <a:noAutofit/>
          </a:bodyPr>
          <a:lstStyle/>
          <a:p>
            <a:endParaRPr lang="en-US" dirty="0"/>
          </a:p>
        </p:txBody>
      </p:sp>
      <p:pic>
        <p:nvPicPr>
          <p:cNvPr id="4" name="Picture 3">
            <a:extLst>
              <a:ext uri="{FF2B5EF4-FFF2-40B4-BE49-F238E27FC236}">
                <a16:creationId xmlns:a16="http://schemas.microsoft.com/office/drawing/2014/main" id="{150C512A-CDD2-0819-7D30-3611F87F8FE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695" y="6771143"/>
            <a:ext cx="12192000" cy="86857"/>
          </a:xfrm>
          <a:prstGeom prst="rect">
            <a:avLst/>
          </a:prstGeom>
        </p:spPr>
      </p:pic>
    </p:spTree>
    <p:extLst>
      <p:ext uri="{BB962C8B-B14F-4D97-AF65-F5344CB8AC3E}">
        <p14:creationId xmlns:p14="http://schemas.microsoft.com/office/powerpoint/2010/main" val="3156312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56C9-40F4-25C2-AB3F-47395D35253A}"/>
              </a:ext>
            </a:extLst>
          </p:cNvPr>
          <p:cNvSpPr>
            <a:spLocks noGrp="1"/>
          </p:cNvSpPr>
          <p:nvPr>
            <p:ph type="ctrTitle" hasCustomPrompt="1"/>
          </p:nvPr>
        </p:nvSpPr>
        <p:spPr>
          <a:xfrm>
            <a:off x="766669" y="2102049"/>
            <a:ext cx="5590999" cy="1677243"/>
          </a:xfrm>
        </p:spPr>
        <p:txBody>
          <a:bodyPr anchor="b">
            <a:normAutofit/>
          </a:bodyPr>
          <a:lstStyle>
            <a:lvl1pPr algn="l">
              <a:defRPr sz="5000">
                <a:solidFill>
                  <a:schemeClr val="tx1"/>
                </a:solidFill>
              </a:defRPr>
            </a:lvl1pPr>
          </a:lstStyle>
          <a:p>
            <a:r>
              <a:rPr lang="en-GB">
                <a:effectLst/>
              </a:rPr>
              <a:t>This is the title of </a:t>
            </a:r>
            <a:br>
              <a:rPr lang="en-GB">
                <a:effectLst/>
              </a:rPr>
            </a:br>
            <a:r>
              <a:rPr lang="en-GB">
                <a:effectLst/>
              </a:rPr>
              <a:t>a section slide</a:t>
            </a:r>
            <a:endParaRPr lang="en-US"/>
          </a:p>
        </p:txBody>
      </p:sp>
      <p:sp>
        <p:nvSpPr>
          <p:cNvPr id="3" name="Subtitle 2">
            <a:extLst>
              <a:ext uri="{FF2B5EF4-FFF2-40B4-BE49-F238E27FC236}">
                <a16:creationId xmlns:a16="http://schemas.microsoft.com/office/drawing/2014/main" id="{6A4A89C3-DF8F-91C4-5C2C-3B54E95C2CB3}"/>
              </a:ext>
            </a:extLst>
          </p:cNvPr>
          <p:cNvSpPr>
            <a:spLocks noGrp="1"/>
          </p:cNvSpPr>
          <p:nvPr>
            <p:ph type="subTitle" idx="1" hasCustomPrompt="1"/>
          </p:nvPr>
        </p:nvSpPr>
        <p:spPr>
          <a:xfrm>
            <a:off x="762395" y="3992037"/>
            <a:ext cx="3861316" cy="365125"/>
          </a:xfrm>
        </p:spPr>
        <p:txBody>
          <a:bodyPr>
            <a:noAutofit/>
          </a:bodyPr>
          <a:lstStyle>
            <a:lvl1pPr marL="0" indent="0" algn="l">
              <a:buNone/>
              <a:defRPr sz="25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Example sub-header</a:t>
            </a:r>
            <a:endParaRPr lang="en-US"/>
          </a:p>
        </p:txBody>
      </p:sp>
      <p:sp>
        <p:nvSpPr>
          <p:cNvPr id="15" name="Picture Placeholder 14">
            <a:extLst>
              <a:ext uri="{FF2B5EF4-FFF2-40B4-BE49-F238E27FC236}">
                <a16:creationId xmlns:a16="http://schemas.microsoft.com/office/drawing/2014/main" id="{3E91CEAF-FF6E-8FD5-BFDA-E38D01BC4820}"/>
              </a:ext>
            </a:extLst>
          </p:cNvPr>
          <p:cNvSpPr>
            <a:spLocks noGrp="1"/>
          </p:cNvSpPr>
          <p:nvPr>
            <p:ph type="pic" sz="quarter" idx="10"/>
          </p:nvPr>
        </p:nvSpPr>
        <p:spPr>
          <a:xfrm>
            <a:off x="6190588" y="1645886"/>
            <a:ext cx="6001412" cy="5140114"/>
          </a:xfrm>
          <a:custGeom>
            <a:avLst/>
            <a:gdLst>
              <a:gd name="connsiteX0" fmla="*/ 3107437 w 6001412"/>
              <a:gd name="connsiteY0" fmla="*/ 0 h 5140114"/>
              <a:gd name="connsiteX1" fmla="*/ 6001412 w 6001412"/>
              <a:gd name="connsiteY1" fmla="*/ 0 h 5140114"/>
              <a:gd name="connsiteX2" fmla="*/ 6001412 w 6001412"/>
              <a:gd name="connsiteY2" fmla="*/ 1209937 h 5140114"/>
              <a:gd name="connsiteX3" fmla="*/ 6001412 w 6001412"/>
              <a:gd name="connsiteY3" fmla="*/ 2458112 h 5140114"/>
              <a:gd name="connsiteX4" fmla="*/ 6001412 w 6001412"/>
              <a:gd name="connsiteY4" fmla="*/ 5140114 h 5140114"/>
              <a:gd name="connsiteX5" fmla="*/ 755013 w 6001412"/>
              <a:gd name="connsiteY5" fmla="*/ 5140114 h 5140114"/>
              <a:gd name="connsiteX6" fmla="*/ 0 w 6001412"/>
              <a:gd name="connsiteY6" fmla="*/ 3108803 h 5140114"/>
              <a:gd name="connsiteX7" fmla="*/ 3107437 w 6001412"/>
              <a:gd name="connsiteY7" fmla="*/ 0 h 514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1412" h="5140114">
                <a:moveTo>
                  <a:pt x="3107437" y="0"/>
                </a:moveTo>
                <a:cubicBezTo>
                  <a:pt x="3775063" y="0"/>
                  <a:pt x="4889204" y="0"/>
                  <a:pt x="6001412" y="0"/>
                </a:cubicBezTo>
                <a:lnTo>
                  <a:pt x="6001412" y="1209937"/>
                </a:lnTo>
                <a:lnTo>
                  <a:pt x="6001412" y="2458112"/>
                </a:lnTo>
                <a:lnTo>
                  <a:pt x="6001412" y="5140114"/>
                </a:lnTo>
                <a:lnTo>
                  <a:pt x="755013" y="5140114"/>
                </a:lnTo>
                <a:cubicBezTo>
                  <a:pt x="284547" y="4595284"/>
                  <a:pt x="0" y="3885290"/>
                  <a:pt x="0" y="3108803"/>
                </a:cubicBezTo>
                <a:cubicBezTo>
                  <a:pt x="0" y="1391855"/>
                  <a:pt x="1391244" y="0"/>
                  <a:pt x="3107437" y="0"/>
                </a:cubicBezTo>
                <a:close/>
              </a:path>
            </a:pathLst>
          </a:custGeom>
        </p:spPr>
        <p:txBody>
          <a:bodyPr wrap="square">
            <a:noAutofit/>
          </a:bodyPr>
          <a:lstStyle/>
          <a:p>
            <a:endParaRPr lang="en-US" dirty="0"/>
          </a:p>
        </p:txBody>
      </p:sp>
      <p:pic>
        <p:nvPicPr>
          <p:cNvPr id="9" name="Graphic 8">
            <a:extLst>
              <a:ext uri="{FF2B5EF4-FFF2-40B4-BE49-F238E27FC236}">
                <a16:creationId xmlns:a16="http://schemas.microsoft.com/office/drawing/2014/main" id="{F542DDCE-6797-AA13-0FA7-65588D86BA8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604" y="809162"/>
            <a:ext cx="2870791" cy="629559"/>
          </a:xfrm>
          <a:prstGeom prst="rect">
            <a:avLst/>
          </a:prstGeom>
        </p:spPr>
      </p:pic>
      <p:pic>
        <p:nvPicPr>
          <p:cNvPr id="10" name="Picture 9">
            <a:extLst>
              <a:ext uri="{FF2B5EF4-FFF2-40B4-BE49-F238E27FC236}">
                <a16:creationId xmlns:a16="http://schemas.microsoft.com/office/drawing/2014/main" id="{EBE36A2D-7572-62E9-C3E7-532613D3A6A2}"/>
              </a:ext>
            </a:extLst>
          </p:cNvPr>
          <p:cNvPicPr>
            <a:picLocks noChangeAspect="1"/>
          </p:cNvPicPr>
          <p:nvPr userDrawn="1"/>
        </p:nvPicPr>
        <p:blipFill>
          <a:blip r:embed="rId3"/>
          <a:srcRect/>
          <a:stretch/>
        </p:blipFill>
        <p:spPr>
          <a:xfrm>
            <a:off x="9082474" y="631456"/>
            <a:ext cx="2256652" cy="749140"/>
          </a:xfrm>
          <a:prstGeom prst="rect">
            <a:avLst/>
          </a:prstGeom>
        </p:spPr>
      </p:pic>
      <p:pic>
        <p:nvPicPr>
          <p:cNvPr id="4" name="Picture 3">
            <a:extLst>
              <a:ext uri="{FF2B5EF4-FFF2-40B4-BE49-F238E27FC236}">
                <a16:creationId xmlns:a16="http://schemas.microsoft.com/office/drawing/2014/main" id="{9DD2AB23-5249-C271-55B2-F213206DCC80}"/>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71143"/>
            <a:ext cx="12192000" cy="86857"/>
          </a:xfrm>
          <a:prstGeom prst="rect">
            <a:avLst/>
          </a:prstGeom>
        </p:spPr>
      </p:pic>
    </p:spTree>
    <p:extLst>
      <p:ext uri="{BB962C8B-B14F-4D97-AF65-F5344CB8AC3E}">
        <p14:creationId xmlns:p14="http://schemas.microsoft.com/office/powerpoint/2010/main" val="1202638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nly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B6A3-1C35-01F1-0B0C-D49BFAAE1480}"/>
              </a:ext>
            </a:extLst>
          </p:cNvPr>
          <p:cNvSpPr>
            <a:spLocks noGrp="1"/>
          </p:cNvSpPr>
          <p:nvPr>
            <p:ph type="title" hasCustomPrompt="1"/>
          </p:nvPr>
        </p:nvSpPr>
        <p:spPr>
          <a:xfrm>
            <a:off x="763695" y="534458"/>
            <a:ext cx="10515600" cy="1325563"/>
          </a:xfrm>
        </p:spPr>
        <p:txBody>
          <a:bodyPr/>
          <a:lstStyle/>
          <a:p>
            <a:r>
              <a:rPr lang="en-GB"/>
              <a:t>Example title</a:t>
            </a:r>
            <a:endParaRPr lang="en-US"/>
          </a:p>
        </p:txBody>
      </p:sp>
      <p:sp>
        <p:nvSpPr>
          <p:cNvPr id="4" name="Text Placeholder 3">
            <a:extLst>
              <a:ext uri="{FF2B5EF4-FFF2-40B4-BE49-F238E27FC236}">
                <a16:creationId xmlns:a16="http://schemas.microsoft.com/office/drawing/2014/main" id="{B2FFEDA0-53F9-4B0B-3B52-79E81241B840}"/>
              </a:ext>
            </a:extLst>
          </p:cNvPr>
          <p:cNvSpPr>
            <a:spLocks noGrp="1"/>
          </p:cNvSpPr>
          <p:nvPr>
            <p:ph type="body" sz="quarter" idx="10" hasCustomPrompt="1"/>
          </p:nvPr>
        </p:nvSpPr>
        <p:spPr>
          <a:xfrm>
            <a:off x="770470" y="1839702"/>
            <a:ext cx="8265157" cy="4279900"/>
          </a:xfrm>
        </p:spPr>
        <p:txBody>
          <a:bodyPr>
            <a:noAutofit/>
          </a:bodyPr>
          <a:lstStyle>
            <a:lvl1pPr marL="0" indent="0">
              <a:lnSpc>
                <a:spcPts val="2700"/>
              </a:lnSpc>
              <a:buNone/>
              <a:defRPr sz="1800"/>
            </a:lvl1pPr>
          </a:lstStyle>
          <a:p>
            <a:pPr lvl="0"/>
            <a:r>
              <a:rPr lang="en-GB">
                <a:effectLst/>
              </a:rPr>
              <a:t>Lorem ipsum </a:t>
            </a:r>
            <a:r>
              <a:rPr lang="en-GB" err="1">
                <a:effectLst/>
              </a:rPr>
              <a:t>dolor</a:t>
            </a:r>
            <a:r>
              <a:rPr lang="en-GB">
                <a:effectLst/>
              </a:rPr>
              <a:t> sit </a:t>
            </a:r>
            <a:r>
              <a:rPr lang="en-GB" err="1">
                <a:effectLst/>
              </a:rPr>
              <a:t>amet</a:t>
            </a:r>
            <a:r>
              <a:rPr lang="en-GB">
                <a:effectLst/>
              </a:rPr>
              <a:t>, </a:t>
            </a:r>
            <a:r>
              <a:rPr lang="en-GB" err="1">
                <a:effectLst/>
              </a:rPr>
              <a:t>consectetur</a:t>
            </a:r>
            <a:r>
              <a:rPr lang="en-GB">
                <a:effectLst/>
              </a:rPr>
              <a:t> </a:t>
            </a:r>
            <a:r>
              <a:rPr lang="en-GB" err="1">
                <a:effectLst/>
              </a:rPr>
              <a:t>adipiscing</a:t>
            </a:r>
            <a:r>
              <a:rPr lang="en-GB">
                <a:effectLst/>
              </a:rPr>
              <a:t> </a:t>
            </a:r>
            <a:r>
              <a:rPr lang="en-GB" err="1">
                <a:effectLst/>
              </a:rPr>
              <a:t>elit</a:t>
            </a:r>
            <a:r>
              <a:rPr lang="en-GB">
                <a:effectLst/>
              </a:rPr>
              <a:t>. Sed </a:t>
            </a:r>
            <a:r>
              <a:rPr lang="en-GB" err="1">
                <a:effectLst/>
              </a:rPr>
              <a:t>hendrerit</a:t>
            </a:r>
            <a:r>
              <a:rPr lang="en-GB">
                <a:effectLst/>
              </a:rPr>
              <a:t> semper </a:t>
            </a:r>
            <a:r>
              <a:rPr lang="en-GB" err="1">
                <a:effectLst/>
              </a:rPr>
              <a:t>leo</a:t>
            </a:r>
            <a:r>
              <a:rPr lang="en-GB">
                <a:effectLst/>
              </a:rPr>
              <a:t>, </a:t>
            </a:r>
            <a:r>
              <a:rPr lang="en-GB" err="1">
                <a:effectLst/>
              </a:rPr>
              <a:t>nec</a:t>
            </a:r>
            <a:r>
              <a:rPr lang="en-GB">
                <a:effectLst/>
              </a:rPr>
              <a:t> </a:t>
            </a:r>
            <a:r>
              <a:rPr lang="en-GB" err="1">
                <a:effectLst/>
              </a:rPr>
              <a:t>accumsan</a:t>
            </a:r>
            <a:r>
              <a:rPr lang="en-GB">
                <a:effectLst/>
              </a:rPr>
              <a:t> nisi </a:t>
            </a:r>
            <a:r>
              <a:rPr lang="en-GB" err="1">
                <a:effectLst/>
              </a:rPr>
              <a:t>finibus</a:t>
            </a:r>
            <a:r>
              <a:rPr lang="en-GB">
                <a:effectLst/>
              </a:rPr>
              <a:t> vel. Ut </a:t>
            </a:r>
            <a:r>
              <a:rPr lang="en-GB" err="1">
                <a:effectLst/>
              </a:rPr>
              <a:t>sodales</a:t>
            </a:r>
            <a:r>
              <a:rPr lang="en-GB">
                <a:effectLst/>
              </a:rPr>
              <a:t>, dui </a:t>
            </a:r>
            <a:r>
              <a:rPr lang="en-GB" err="1">
                <a:effectLst/>
              </a:rPr>
              <a:t>vel</a:t>
            </a:r>
            <a:r>
              <a:rPr lang="en-GB">
                <a:effectLst/>
              </a:rPr>
              <a:t> </a:t>
            </a:r>
            <a:r>
              <a:rPr lang="en-GB" err="1">
                <a:effectLst/>
              </a:rPr>
              <a:t>vulputate</a:t>
            </a:r>
            <a:r>
              <a:rPr lang="en-GB">
                <a:effectLst/>
              </a:rPr>
              <a:t> </a:t>
            </a:r>
            <a:r>
              <a:rPr lang="en-GB" err="1">
                <a:effectLst/>
              </a:rPr>
              <a:t>vehicula</a:t>
            </a:r>
            <a:r>
              <a:rPr lang="en-GB">
                <a:effectLst/>
              </a:rPr>
              <a:t>, </a:t>
            </a:r>
            <a:r>
              <a:rPr lang="en-GB" err="1">
                <a:effectLst/>
              </a:rPr>
              <a:t>arcu</a:t>
            </a:r>
            <a:r>
              <a:rPr lang="en-GB">
                <a:effectLst/>
              </a:rPr>
              <a:t> nisi </a:t>
            </a:r>
            <a:r>
              <a:rPr lang="en-GB" err="1">
                <a:effectLst/>
              </a:rPr>
              <a:t>suscipit</a:t>
            </a:r>
            <a:r>
              <a:rPr lang="en-GB">
                <a:effectLst/>
              </a:rPr>
              <a:t> </a:t>
            </a:r>
            <a:r>
              <a:rPr lang="en-GB" err="1">
                <a:effectLst/>
              </a:rPr>
              <a:t>justo</a:t>
            </a:r>
            <a:r>
              <a:rPr lang="en-GB">
                <a:effectLst/>
              </a:rPr>
              <a:t>, ac </a:t>
            </a:r>
            <a:r>
              <a:rPr lang="en-GB" err="1">
                <a:effectLst/>
              </a:rPr>
              <a:t>tincidunt</a:t>
            </a:r>
            <a:r>
              <a:rPr lang="en-GB">
                <a:effectLst/>
              </a:rPr>
              <a:t> </a:t>
            </a:r>
            <a:r>
              <a:rPr lang="en-GB" err="1">
                <a:effectLst/>
              </a:rPr>
              <a:t>dolor</a:t>
            </a:r>
            <a:r>
              <a:rPr lang="en-GB">
                <a:effectLst/>
              </a:rPr>
              <a:t> dui a </a:t>
            </a:r>
            <a:r>
              <a:rPr lang="en-GB" err="1">
                <a:effectLst/>
              </a:rPr>
              <a:t>purus</a:t>
            </a:r>
            <a:r>
              <a:rPr lang="en-GB">
                <a:effectLst/>
              </a:rPr>
              <a:t>. Maecenas auctor </a:t>
            </a:r>
            <a:r>
              <a:rPr lang="en-GB" err="1">
                <a:effectLst/>
              </a:rPr>
              <a:t>tincidunt</a:t>
            </a:r>
            <a:r>
              <a:rPr lang="en-GB">
                <a:effectLst/>
              </a:rPr>
              <a:t> </a:t>
            </a:r>
            <a:r>
              <a:rPr lang="en-GB" err="1">
                <a:effectLst/>
              </a:rPr>
              <a:t>quam</a:t>
            </a:r>
            <a:r>
              <a:rPr lang="en-GB">
                <a:effectLst/>
              </a:rPr>
              <a:t>, ac </a:t>
            </a:r>
            <a:r>
              <a:rPr lang="en-GB" err="1">
                <a:effectLst/>
              </a:rPr>
              <a:t>facilisis</a:t>
            </a:r>
            <a:r>
              <a:rPr lang="en-GB">
                <a:effectLst/>
              </a:rPr>
              <a:t> </a:t>
            </a:r>
            <a:r>
              <a:rPr lang="en-GB" err="1">
                <a:effectLst/>
              </a:rPr>
              <a:t>purus</a:t>
            </a:r>
            <a:r>
              <a:rPr lang="en-GB">
                <a:effectLst/>
              </a:rPr>
              <a:t> </a:t>
            </a:r>
            <a:r>
              <a:rPr lang="en-GB" err="1">
                <a:effectLst/>
              </a:rPr>
              <a:t>efficitur</a:t>
            </a:r>
            <a:r>
              <a:rPr lang="en-GB">
                <a:effectLst/>
              </a:rPr>
              <a:t> </a:t>
            </a:r>
            <a:r>
              <a:rPr lang="en-GB" err="1">
                <a:effectLst/>
              </a:rPr>
              <a:t>ut.</a:t>
            </a:r>
            <a:r>
              <a:rPr lang="en-GB">
                <a:effectLst/>
              </a:rPr>
              <a:t> Integer ac </a:t>
            </a:r>
            <a:r>
              <a:rPr lang="en-GB" err="1">
                <a:effectLst/>
              </a:rPr>
              <a:t>tortor</a:t>
            </a:r>
            <a:r>
              <a:rPr lang="en-GB">
                <a:effectLst/>
              </a:rPr>
              <a:t> </a:t>
            </a:r>
            <a:r>
              <a:rPr lang="en-GB" err="1">
                <a:effectLst/>
              </a:rPr>
              <a:t>eu</a:t>
            </a:r>
            <a:r>
              <a:rPr lang="en-GB">
                <a:effectLst/>
              </a:rPr>
              <a:t> </a:t>
            </a:r>
            <a:r>
              <a:rPr lang="en-GB" err="1">
                <a:effectLst/>
              </a:rPr>
              <a:t>velit</a:t>
            </a:r>
            <a:r>
              <a:rPr lang="en-GB">
                <a:effectLst/>
              </a:rPr>
              <a:t> </a:t>
            </a:r>
            <a:r>
              <a:rPr lang="en-GB" err="1">
                <a:effectLst/>
              </a:rPr>
              <a:t>interdum</a:t>
            </a:r>
            <a:r>
              <a:rPr lang="en-GB">
                <a:effectLst/>
              </a:rPr>
              <a:t> lacinia et </a:t>
            </a:r>
            <a:r>
              <a:rPr lang="en-GB" err="1">
                <a:effectLst/>
              </a:rPr>
              <a:t>sit.Quisque</a:t>
            </a:r>
            <a:r>
              <a:rPr lang="en-GB">
                <a:effectLst/>
              </a:rPr>
              <a:t> </a:t>
            </a:r>
            <a:r>
              <a:rPr lang="en-GB" err="1">
                <a:effectLst/>
              </a:rPr>
              <a:t>euismod</a:t>
            </a:r>
            <a:r>
              <a:rPr lang="en-GB">
                <a:effectLst/>
              </a:rPr>
              <a:t> auctor nisi, et </a:t>
            </a:r>
            <a:r>
              <a:rPr lang="en-GB" err="1">
                <a:effectLst/>
              </a:rPr>
              <a:t>tristique</a:t>
            </a:r>
            <a:r>
              <a:rPr lang="en-GB">
                <a:effectLst/>
              </a:rPr>
              <a:t> </a:t>
            </a:r>
            <a:r>
              <a:rPr lang="en-GB" err="1">
                <a:effectLst/>
              </a:rPr>
              <a:t>elit</a:t>
            </a:r>
            <a:r>
              <a:rPr lang="en-GB">
                <a:effectLst/>
              </a:rPr>
              <a:t> cursus vitae. </a:t>
            </a:r>
            <a:r>
              <a:rPr lang="en-GB" err="1">
                <a:effectLst/>
              </a:rPr>
              <a:t>Nulla</a:t>
            </a:r>
            <a:r>
              <a:rPr lang="en-GB">
                <a:effectLst/>
              </a:rPr>
              <a:t> </a:t>
            </a:r>
            <a:r>
              <a:rPr lang="en-GB" err="1">
                <a:effectLst/>
              </a:rPr>
              <a:t>facilisi</a:t>
            </a:r>
            <a:r>
              <a:rPr lang="en-GB">
                <a:effectLst/>
              </a:rPr>
              <a:t>. </a:t>
            </a:r>
            <a:r>
              <a:rPr lang="en-GB" err="1">
                <a:effectLst/>
              </a:rPr>
              <a:t>Curabitur</a:t>
            </a:r>
            <a:r>
              <a:rPr lang="en-GB">
                <a:effectLst/>
              </a:rPr>
              <a:t> </a:t>
            </a:r>
            <a:r>
              <a:rPr lang="en-GB" err="1">
                <a:effectLst/>
              </a:rPr>
              <a:t>tincidunt</a:t>
            </a:r>
            <a:r>
              <a:rPr lang="en-GB">
                <a:effectLst/>
              </a:rPr>
              <a:t> </a:t>
            </a:r>
            <a:r>
              <a:rPr lang="en-GB" err="1">
                <a:effectLst/>
              </a:rPr>
              <a:t>odio</a:t>
            </a:r>
            <a:r>
              <a:rPr lang="en-GB">
                <a:effectLst/>
              </a:rPr>
              <a:t> id </a:t>
            </a:r>
            <a:r>
              <a:rPr lang="en-GB" err="1">
                <a:effectLst/>
              </a:rPr>
              <a:t>fringilla</a:t>
            </a:r>
            <a:r>
              <a:rPr lang="en-GB">
                <a:effectLst/>
              </a:rPr>
              <a:t> </a:t>
            </a:r>
            <a:r>
              <a:rPr lang="en-GB" err="1">
                <a:effectLst/>
              </a:rPr>
              <a:t>venenatis</a:t>
            </a:r>
            <a:r>
              <a:rPr lang="en-GB">
                <a:effectLst/>
              </a:rPr>
              <a:t>.</a:t>
            </a:r>
          </a:p>
          <a:p>
            <a:pPr lvl="0"/>
            <a:r>
              <a:rPr lang="en-GB" err="1">
                <a:effectLst/>
              </a:rPr>
              <a:t>Vivamus</a:t>
            </a:r>
            <a:r>
              <a:rPr lang="en-GB">
                <a:effectLst/>
              </a:rPr>
              <a:t> </a:t>
            </a:r>
            <a:r>
              <a:rPr lang="en-GB" err="1">
                <a:effectLst/>
              </a:rPr>
              <a:t>nec</a:t>
            </a:r>
            <a:r>
              <a:rPr lang="en-GB">
                <a:effectLst/>
              </a:rPr>
              <a:t> </a:t>
            </a:r>
            <a:r>
              <a:rPr lang="en-GB" err="1">
                <a:effectLst/>
              </a:rPr>
              <a:t>lectus</a:t>
            </a:r>
            <a:r>
              <a:rPr lang="en-GB">
                <a:effectLst/>
              </a:rPr>
              <a:t> id </a:t>
            </a:r>
            <a:r>
              <a:rPr lang="en-GB" err="1">
                <a:effectLst/>
              </a:rPr>
              <a:t>justo</a:t>
            </a:r>
            <a:r>
              <a:rPr lang="en-GB">
                <a:effectLst/>
              </a:rPr>
              <a:t> </a:t>
            </a:r>
            <a:r>
              <a:rPr lang="en-GB" err="1">
                <a:effectLst/>
              </a:rPr>
              <a:t>consequat</a:t>
            </a:r>
            <a:r>
              <a:rPr lang="en-GB">
                <a:effectLst/>
              </a:rPr>
              <a:t> </a:t>
            </a:r>
            <a:r>
              <a:rPr lang="en-GB" err="1">
                <a:effectLst/>
              </a:rPr>
              <a:t>ultricies</a:t>
            </a:r>
            <a:r>
              <a:rPr lang="en-GB">
                <a:effectLst/>
              </a:rPr>
              <a:t>. In hac </a:t>
            </a:r>
            <a:r>
              <a:rPr lang="en-GB" err="1">
                <a:effectLst/>
              </a:rPr>
              <a:t>habitasse</a:t>
            </a:r>
            <a:r>
              <a:rPr lang="en-GB">
                <a:effectLst/>
              </a:rPr>
              <a:t> </a:t>
            </a:r>
            <a:r>
              <a:rPr lang="en-GB" err="1">
                <a:effectLst/>
              </a:rPr>
              <a:t>platea</a:t>
            </a:r>
            <a:r>
              <a:rPr lang="en-GB">
                <a:effectLst/>
              </a:rPr>
              <a:t> </a:t>
            </a:r>
            <a:r>
              <a:rPr lang="en-GB" err="1">
                <a:effectLst/>
              </a:rPr>
              <a:t>dictumst</a:t>
            </a:r>
            <a:r>
              <a:rPr lang="en-GB">
                <a:effectLst/>
              </a:rPr>
              <a:t>. </a:t>
            </a:r>
            <a:r>
              <a:rPr lang="en-GB" err="1">
                <a:effectLst/>
              </a:rPr>
              <a:t>Fusce</a:t>
            </a:r>
            <a:r>
              <a:rPr lang="en-GB">
                <a:effectLst/>
              </a:rPr>
              <a:t> vestibulum libero at nisi </a:t>
            </a:r>
            <a:r>
              <a:rPr lang="en-GB" err="1">
                <a:effectLst/>
              </a:rPr>
              <a:t>ullamcorper</a:t>
            </a:r>
            <a:r>
              <a:rPr lang="en-GB">
                <a:effectLst/>
              </a:rPr>
              <a:t>, a </a:t>
            </a:r>
            <a:r>
              <a:rPr lang="en-GB" err="1">
                <a:effectLst/>
              </a:rPr>
              <a:t>dapibus</a:t>
            </a:r>
            <a:r>
              <a:rPr lang="en-GB">
                <a:effectLst/>
              </a:rPr>
              <a:t> </a:t>
            </a:r>
            <a:r>
              <a:rPr lang="en-GB" err="1">
                <a:effectLst/>
              </a:rPr>
              <a:t>lectus</a:t>
            </a:r>
            <a:r>
              <a:rPr lang="en-GB">
                <a:effectLst/>
              </a:rPr>
              <a:t> gravida. Sed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velit</a:t>
            </a:r>
            <a:r>
              <a:rPr lang="en-GB">
                <a:effectLst/>
              </a:rPr>
              <a:t> </a:t>
            </a:r>
            <a:r>
              <a:rPr lang="en-GB" err="1">
                <a:effectLst/>
              </a:rPr>
              <a:t>justo</a:t>
            </a:r>
            <a:r>
              <a:rPr lang="en-GB">
                <a:effectLst/>
              </a:rPr>
              <a:t> </a:t>
            </a:r>
            <a:r>
              <a:rPr lang="en-GB" err="1">
                <a:effectLst/>
              </a:rPr>
              <a:t>ultrices</a:t>
            </a:r>
            <a:r>
              <a:rPr lang="en-GB">
                <a:effectLst/>
              </a:rPr>
              <a:t> </a:t>
            </a:r>
            <a:r>
              <a:rPr lang="en-GB" err="1">
                <a:effectLst/>
              </a:rPr>
              <a:t>velit</a:t>
            </a:r>
            <a:r>
              <a:rPr lang="en-GB">
                <a:effectLst/>
              </a:rPr>
              <a:t>, sit </a:t>
            </a:r>
            <a:r>
              <a:rPr lang="en-GB" err="1">
                <a:effectLst/>
              </a:rPr>
              <a:t>amet</a:t>
            </a:r>
            <a:r>
              <a:rPr lang="en-GB">
                <a:effectLst/>
              </a:rPr>
              <a:t> </a:t>
            </a:r>
            <a:r>
              <a:rPr lang="en-GB" err="1">
                <a:effectLst/>
              </a:rPr>
              <a:t>finibus</a:t>
            </a:r>
            <a:r>
              <a:rPr lang="en-GB">
                <a:effectLst/>
              </a:rPr>
              <a:t> </a:t>
            </a:r>
            <a:r>
              <a:rPr lang="en-GB" err="1">
                <a:effectLst/>
              </a:rPr>
              <a:t>tortor</a:t>
            </a:r>
            <a:r>
              <a:rPr lang="en-GB">
                <a:effectLst/>
              </a:rPr>
              <a:t> </a:t>
            </a:r>
            <a:r>
              <a:rPr lang="en-GB" err="1">
                <a:effectLst/>
              </a:rPr>
              <a:t>elit</a:t>
            </a:r>
            <a:r>
              <a:rPr lang="en-GB">
                <a:effectLst/>
              </a:rPr>
              <a:t> sit </a:t>
            </a:r>
            <a:r>
              <a:rPr lang="en-GB" err="1">
                <a:effectLst/>
              </a:rPr>
              <a:t>amet</a:t>
            </a:r>
            <a:r>
              <a:rPr lang="en-GB">
                <a:effectLst/>
              </a:rPr>
              <a:t> </a:t>
            </a:r>
            <a:r>
              <a:rPr lang="en-GB" err="1">
                <a:effectLst/>
              </a:rPr>
              <a:t>augue</a:t>
            </a:r>
            <a:r>
              <a:rPr lang="en-GB">
                <a:effectLst/>
              </a:rPr>
              <a:t>. </a:t>
            </a:r>
            <a:r>
              <a:rPr lang="en-GB" err="1">
                <a:effectLst/>
              </a:rPr>
              <a:t>Quisque</a:t>
            </a:r>
            <a:r>
              <a:rPr lang="en-GB">
                <a:effectLst/>
              </a:rPr>
              <a:t> </a:t>
            </a:r>
            <a:r>
              <a:rPr lang="en-GB" err="1">
                <a:effectLst/>
              </a:rPr>
              <a:t>euismod</a:t>
            </a:r>
            <a:r>
              <a:rPr lang="en-GB">
                <a:effectLst/>
              </a:rPr>
              <a:t> auctor nisi, et </a:t>
            </a:r>
            <a:r>
              <a:rPr lang="en-GB" err="1">
                <a:effectLst/>
              </a:rPr>
              <a:t>tristique</a:t>
            </a:r>
            <a:r>
              <a:rPr lang="en-GB">
                <a:effectLst/>
              </a:rPr>
              <a:t> </a:t>
            </a:r>
            <a:r>
              <a:rPr lang="en-GB" err="1">
                <a:effectLst/>
              </a:rPr>
              <a:t>elit</a:t>
            </a:r>
            <a:r>
              <a:rPr lang="en-GB">
                <a:effectLst/>
              </a:rPr>
              <a:t> cursus vitae. </a:t>
            </a:r>
            <a:r>
              <a:rPr lang="en-GB" err="1">
                <a:effectLst/>
              </a:rPr>
              <a:t>Nulla</a:t>
            </a:r>
            <a:r>
              <a:rPr lang="en-GB">
                <a:effectLst/>
              </a:rPr>
              <a:t> </a:t>
            </a:r>
            <a:r>
              <a:rPr lang="en-GB" err="1">
                <a:effectLst/>
              </a:rPr>
              <a:t>facilisi</a:t>
            </a:r>
            <a:r>
              <a:rPr lang="en-GB">
                <a:effectLst/>
              </a:rPr>
              <a:t>. </a:t>
            </a:r>
            <a:r>
              <a:rPr lang="en-GB" err="1">
                <a:effectLst/>
              </a:rPr>
              <a:t>Curabitur</a:t>
            </a:r>
            <a:r>
              <a:rPr lang="en-GB">
                <a:effectLst/>
              </a:rPr>
              <a:t> </a:t>
            </a:r>
            <a:r>
              <a:rPr lang="en-GB" err="1">
                <a:effectLst/>
              </a:rPr>
              <a:t>tincidunt</a:t>
            </a:r>
            <a:r>
              <a:rPr lang="en-GB">
                <a:effectLst/>
              </a:rPr>
              <a:t> </a:t>
            </a:r>
            <a:r>
              <a:rPr lang="en-GB" err="1">
                <a:effectLst/>
              </a:rPr>
              <a:t>odio</a:t>
            </a:r>
            <a:r>
              <a:rPr lang="en-GB">
                <a:effectLst/>
              </a:rPr>
              <a:t> id </a:t>
            </a:r>
            <a:r>
              <a:rPr lang="en-GB" err="1">
                <a:effectLst/>
              </a:rPr>
              <a:t>fringilla</a:t>
            </a:r>
            <a:r>
              <a:rPr lang="en-GB">
                <a:effectLst/>
              </a:rPr>
              <a:t> </a:t>
            </a:r>
            <a:r>
              <a:rPr lang="en-GB" err="1">
                <a:effectLst/>
              </a:rPr>
              <a:t>venenatis</a:t>
            </a:r>
            <a:r>
              <a:rPr lang="en-GB">
                <a:effectLst/>
              </a:rPr>
              <a:t>. </a:t>
            </a:r>
            <a:endParaRPr lang="en-GB"/>
          </a:p>
        </p:txBody>
      </p:sp>
      <p:sp>
        <p:nvSpPr>
          <p:cNvPr id="9" name="Slide Number Placeholder 14">
            <a:extLst>
              <a:ext uri="{FF2B5EF4-FFF2-40B4-BE49-F238E27FC236}">
                <a16:creationId xmlns:a16="http://schemas.microsoft.com/office/drawing/2014/main" id="{341BF005-F903-11D4-6C87-E29CE2F2DE74}"/>
              </a:ext>
            </a:extLst>
          </p:cNvPr>
          <p:cNvSpPr>
            <a:spLocks noGrp="1"/>
          </p:cNvSpPr>
          <p:nvPr>
            <p:ph type="sldNum" sz="quarter" idx="4"/>
          </p:nvPr>
        </p:nvSpPr>
        <p:spPr>
          <a:xfrm>
            <a:off x="8610600" y="6176963"/>
            <a:ext cx="2743200" cy="365125"/>
          </a:xfrm>
          <a:prstGeom prst="rect">
            <a:avLst/>
          </a:prstGeom>
        </p:spPr>
        <p:txBody>
          <a:bodyPr vert="horz" lIns="91440" tIns="45720" rIns="91440" bIns="45720" rtlCol="0" anchor="ctr"/>
          <a:lstStyle>
            <a:lvl1pPr algn="r">
              <a:defRPr sz="1200" b="1" i="0">
                <a:solidFill>
                  <a:schemeClr val="tx1"/>
                </a:solidFill>
                <a:latin typeface="Arial" panose="020B0604020202020204" pitchFamily="34" charset="0"/>
                <a:cs typeface="Arial" panose="020B0604020202020204" pitchFamily="34" charset="0"/>
              </a:defRPr>
            </a:lvl1pPr>
          </a:lstStyle>
          <a:p>
            <a:fld id="{10390E37-E81B-D94E-8F4C-F7866DC26FF5}" type="slidenum">
              <a:rPr lang="en-US" smtClean="0"/>
              <a:pPr/>
              <a:t>‹#›</a:t>
            </a:fld>
            <a:endParaRPr lang="en-US" dirty="0"/>
          </a:p>
        </p:txBody>
      </p:sp>
    </p:spTree>
    <p:extLst>
      <p:ext uri="{BB962C8B-B14F-4D97-AF65-F5344CB8AC3E}">
        <p14:creationId xmlns:p14="http://schemas.microsoft.com/office/powerpoint/2010/main" val="2311990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94743-9034-6E89-5AB3-52E4D48B254F}"/>
              </a:ext>
            </a:extLst>
          </p:cNvPr>
          <p:cNvSpPr>
            <a:spLocks noGrp="1"/>
          </p:cNvSpPr>
          <p:nvPr>
            <p:ph type="title" hasCustomPrompt="1"/>
          </p:nvPr>
        </p:nvSpPr>
        <p:spPr/>
        <p:txBody>
          <a:bodyPr/>
          <a:lstStyle/>
          <a:p>
            <a:r>
              <a:rPr lang="en-GB"/>
              <a:t>Example title</a:t>
            </a:r>
            <a:endParaRPr lang="en-US"/>
          </a:p>
        </p:txBody>
      </p:sp>
      <p:sp>
        <p:nvSpPr>
          <p:cNvPr id="3" name="Slide Number Placeholder 2">
            <a:extLst>
              <a:ext uri="{FF2B5EF4-FFF2-40B4-BE49-F238E27FC236}">
                <a16:creationId xmlns:a16="http://schemas.microsoft.com/office/drawing/2014/main" id="{61E7FE5A-8255-D0E8-0F15-A0DD0B4C6F4B}"/>
              </a:ext>
            </a:extLst>
          </p:cNvPr>
          <p:cNvSpPr>
            <a:spLocks noGrp="1"/>
          </p:cNvSpPr>
          <p:nvPr>
            <p:ph type="sldNum" sz="quarter" idx="10"/>
          </p:nvPr>
        </p:nvSpPr>
        <p:spPr/>
        <p:txBody>
          <a:bodyPr/>
          <a:lstStyle/>
          <a:p>
            <a:fld id="{10390E37-E81B-D94E-8F4C-F7866DC26FF5}" type="slidenum">
              <a:rPr lang="en-US" smtClean="0"/>
              <a:pPr/>
              <a:t>‹#›</a:t>
            </a:fld>
            <a:endParaRPr lang="en-US" dirty="0"/>
          </a:p>
        </p:txBody>
      </p:sp>
      <p:sp>
        <p:nvSpPr>
          <p:cNvPr id="5" name="Media Placeholder 4">
            <a:extLst>
              <a:ext uri="{FF2B5EF4-FFF2-40B4-BE49-F238E27FC236}">
                <a16:creationId xmlns:a16="http://schemas.microsoft.com/office/drawing/2014/main" id="{B2FF4A5C-B4CA-D35E-E279-FDC5FBC52F39}"/>
              </a:ext>
            </a:extLst>
          </p:cNvPr>
          <p:cNvSpPr>
            <a:spLocks noGrp="1"/>
          </p:cNvSpPr>
          <p:nvPr>
            <p:ph type="media" sz="quarter" idx="11"/>
          </p:nvPr>
        </p:nvSpPr>
        <p:spPr>
          <a:xfrm>
            <a:off x="842963" y="1819275"/>
            <a:ext cx="10510837" cy="4205288"/>
          </a:xfrm>
        </p:spPr>
        <p:txBody>
          <a:bodyPr/>
          <a:lstStyle/>
          <a:p>
            <a:endParaRPr lang="en-US" dirty="0"/>
          </a:p>
        </p:txBody>
      </p:sp>
    </p:spTree>
    <p:extLst>
      <p:ext uri="{BB962C8B-B14F-4D97-AF65-F5344CB8AC3E}">
        <p14:creationId xmlns:p14="http://schemas.microsoft.com/office/powerpoint/2010/main" val="1167371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9CD0E-17BE-EC43-88D0-301055E7A670}"/>
              </a:ext>
            </a:extLst>
          </p:cNvPr>
          <p:cNvSpPr>
            <a:spLocks noGrp="1"/>
          </p:cNvSpPr>
          <p:nvPr>
            <p:ph type="title"/>
          </p:nvPr>
        </p:nvSpPr>
        <p:spPr/>
        <p:txBody>
          <a:body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550B7F89-8467-FDC7-A1C2-87492591A9CD}"/>
              </a:ext>
            </a:extLst>
          </p:cNvPr>
          <p:cNvSpPr>
            <a:spLocks noGrp="1"/>
          </p:cNvSpPr>
          <p:nvPr>
            <p:ph type="sldNum" sz="quarter" idx="10"/>
          </p:nvPr>
        </p:nvSpPr>
        <p:spPr/>
        <p:txBody>
          <a:bodyPr/>
          <a:lstStyle/>
          <a:p>
            <a:fld id="{10390E37-E81B-D94E-8F4C-F7866DC26FF5}" type="slidenum">
              <a:rPr lang="en-US" smtClean="0"/>
              <a:pPr/>
              <a:t>‹#›</a:t>
            </a:fld>
            <a:endParaRPr lang="en-US" dirty="0"/>
          </a:p>
        </p:txBody>
      </p:sp>
      <p:sp>
        <p:nvSpPr>
          <p:cNvPr id="6" name="Chart Placeholder 5">
            <a:extLst>
              <a:ext uri="{FF2B5EF4-FFF2-40B4-BE49-F238E27FC236}">
                <a16:creationId xmlns:a16="http://schemas.microsoft.com/office/drawing/2014/main" id="{5DBC84B0-ED96-F445-2398-BFFA4AE02B4F}"/>
              </a:ext>
            </a:extLst>
          </p:cNvPr>
          <p:cNvSpPr>
            <a:spLocks noGrp="1"/>
          </p:cNvSpPr>
          <p:nvPr>
            <p:ph type="chart" sz="quarter" idx="12"/>
          </p:nvPr>
        </p:nvSpPr>
        <p:spPr>
          <a:xfrm>
            <a:off x="838200" y="1768475"/>
            <a:ext cx="10515600" cy="4094163"/>
          </a:xfrm>
        </p:spPr>
        <p:txBody>
          <a:bodyPr/>
          <a:lstStyle/>
          <a:p>
            <a:endParaRPr lang="en-US" dirty="0"/>
          </a:p>
        </p:txBody>
      </p:sp>
    </p:spTree>
    <p:extLst>
      <p:ext uri="{BB962C8B-B14F-4D97-AF65-F5344CB8AC3E}">
        <p14:creationId xmlns:p14="http://schemas.microsoft.com/office/powerpoint/2010/main" val="1967433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B6A3-1C35-01F1-0B0C-D49BFAAE1480}"/>
              </a:ext>
            </a:extLst>
          </p:cNvPr>
          <p:cNvSpPr>
            <a:spLocks noGrp="1"/>
          </p:cNvSpPr>
          <p:nvPr>
            <p:ph type="title" hasCustomPrompt="1"/>
          </p:nvPr>
        </p:nvSpPr>
        <p:spPr>
          <a:xfrm>
            <a:off x="763695" y="534458"/>
            <a:ext cx="10515600" cy="1325563"/>
          </a:xfrm>
        </p:spPr>
        <p:txBody>
          <a:bodyPr/>
          <a:lstStyle/>
          <a:p>
            <a:r>
              <a:rPr lang="en-GB"/>
              <a:t>Example title</a:t>
            </a:r>
            <a:endParaRPr lang="en-US"/>
          </a:p>
        </p:txBody>
      </p:sp>
      <p:sp>
        <p:nvSpPr>
          <p:cNvPr id="9" name="Slide Number Placeholder 14">
            <a:extLst>
              <a:ext uri="{FF2B5EF4-FFF2-40B4-BE49-F238E27FC236}">
                <a16:creationId xmlns:a16="http://schemas.microsoft.com/office/drawing/2014/main" id="{341BF005-F903-11D4-6C87-E29CE2F2DE74}"/>
              </a:ext>
            </a:extLst>
          </p:cNvPr>
          <p:cNvSpPr>
            <a:spLocks noGrp="1"/>
          </p:cNvSpPr>
          <p:nvPr>
            <p:ph type="sldNum" sz="quarter" idx="4"/>
          </p:nvPr>
        </p:nvSpPr>
        <p:spPr>
          <a:xfrm>
            <a:off x="8610600" y="6176963"/>
            <a:ext cx="2743200" cy="365125"/>
          </a:xfrm>
          <a:prstGeom prst="rect">
            <a:avLst/>
          </a:prstGeom>
        </p:spPr>
        <p:txBody>
          <a:bodyPr vert="horz" lIns="91440" tIns="45720" rIns="91440" bIns="45720" rtlCol="0" anchor="ctr"/>
          <a:lstStyle>
            <a:lvl1pPr algn="r">
              <a:defRPr sz="1200" b="1" i="0">
                <a:solidFill>
                  <a:schemeClr val="tx1"/>
                </a:solidFill>
                <a:latin typeface="Arial" panose="020B0604020202020204" pitchFamily="34" charset="0"/>
                <a:cs typeface="Arial" panose="020B0604020202020204" pitchFamily="34" charset="0"/>
              </a:defRPr>
            </a:lvl1pPr>
          </a:lstStyle>
          <a:p>
            <a:fld id="{10390E37-E81B-D94E-8F4C-F7866DC26FF5}" type="slidenum">
              <a:rPr lang="en-US" smtClean="0"/>
              <a:pPr/>
              <a:t>‹#›</a:t>
            </a:fld>
            <a:endParaRPr lang="en-US" dirty="0"/>
          </a:p>
        </p:txBody>
      </p:sp>
      <p:sp>
        <p:nvSpPr>
          <p:cNvPr id="5" name="Table Placeholder 4">
            <a:extLst>
              <a:ext uri="{FF2B5EF4-FFF2-40B4-BE49-F238E27FC236}">
                <a16:creationId xmlns:a16="http://schemas.microsoft.com/office/drawing/2014/main" id="{DE8E9E6F-E97F-1CCC-3F04-8C4DC2C97808}"/>
              </a:ext>
            </a:extLst>
          </p:cNvPr>
          <p:cNvSpPr>
            <a:spLocks noGrp="1"/>
          </p:cNvSpPr>
          <p:nvPr>
            <p:ph type="tbl" sz="quarter" idx="10"/>
          </p:nvPr>
        </p:nvSpPr>
        <p:spPr>
          <a:xfrm>
            <a:off x="763588" y="1974850"/>
            <a:ext cx="10515600" cy="3930650"/>
          </a:xfrm>
        </p:spPr>
        <p:txBody>
          <a:bodyPr/>
          <a:lstStyle/>
          <a:p>
            <a:endParaRPr lang="en-US" dirty="0"/>
          </a:p>
        </p:txBody>
      </p:sp>
    </p:spTree>
    <p:extLst>
      <p:ext uri="{BB962C8B-B14F-4D97-AF65-F5344CB8AC3E}">
        <p14:creationId xmlns:p14="http://schemas.microsoft.com/office/powerpoint/2010/main" val="1530962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B6A3-1C35-01F1-0B0C-D49BFAAE1480}"/>
              </a:ext>
            </a:extLst>
          </p:cNvPr>
          <p:cNvSpPr>
            <a:spLocks noGrp="1"/>
          </p:cNvSpPr>
          <p:nvPr>
            <p:ph type="title" hasCustomPrompt="1"/>
          </p:nvPr>
        </p:nvSpPr>
        <p:spPr>
          <a:xfrm>
            <a:off x="763695" y="534458"/>
            <a:ext cx="10515600" cy="1325563"/>
          </a:xfrm>
        </p:spPr>
        <p:txBody>
          <a:bodyPr/>
          <a:lstStyle/>
          <a:p>
            <a:r>
              <a:rPr lang="en-GB"/>
              <a:t>Example title</a:t>
            </a:r>
            <a:endParaRPr lang="en-US"/>
          </a:p>
        </p:txBody>
      </p:sp>
      <p:sp>
        <p:nvSpPr>
          <p:cNvPr id="4" name="Text Placeholder 3">
            <a:extLst>
              <a:ext uri="{FF2B5EF4-FFF2-40B4-BE49-F238E27FC236}">
                <a16:creationId xmlns:a16="http://schemas.microsoft.com/office/drawing/2014/main" id="{B2FFEDA0-53F9-4B0B-3B52-79E81241B840}"/>
              </a:ext>
            </a:extLst>
          </p:cNvPr>
          <p:cNvSpPr>
            <a:spLocks noGrp="1"/>
          </p:cNvSpPr>
          <p:nvPr>
            <p:ph type="body" sz="quarter" idx="10" hasCustomPrompt="1"/>
          </p:nvPr>
        </p:nvSpPr>
        <p:spPr>
          <a:xfrm>
            <a:off x="770470" y="1839702"/>
            <a:ext cx="6043503" cy="4279900"/>
          </a:xfrm>
        </p:spPr>
        <p:txBody>
          <a:bodyPr>
            <a:noAutofit/>
          </a:bodyPr>
          <a:lstStyle>
            <a:lvl1pPr marL="0" indent="0">
              <a:lnSpc>
                <a:spcPts val="2700"/>
              </a:lnSpc>
              <a:buNone/>
              <a:defRPr sz="1800"/>
            </a:lvl1pPr>
          </a:lstStyle>
          <a:p>
            <a:pPr lvl="0"/>
            <a:r>
              <a:rPr lang="en-GB">
                <a:effectLst/>
              </a:rPr>
              <a:t>Lorem ipsum </a:t>
            </a:r>
            <a:r>
              <a:rPr lang="en-GB" err="1">
                <a:effectLst/>
              </a:rPr>
              <a:t>dolor</a:t>
            </a:r>
            <a:r>
              <a:rPr lang="en-GB">
                <a:effectLst/>
              </a:rPr>
              <a:t> sit </a:t>
            </a:r>
            <a:r>
              <a:rPr lang="en-GB" err="1">
                <a:effectLst/>
              </a:rPr>
              <a:t>amet</a:t>
            </a:r>
            <a:r>
              <a:rPr lang="en-GB">
                <a:effectLst/>
              </a:rPr>
              <a:t>, </a:t>
            </a:r>
            <a:r>
              <a:rPr lang="en-GB" err="1">
                <a:effectLst/>
              </a:rPr>
              <a:t>consectetur</a:t>
            </a:r>
            <a:r>
              <a:rPr lang="en-GB">
                <a:effectLst/>
              </a:rPr>
              <a:t> </a:t>
            </a:r>
            <a:r>
              <a:rPr lang="en-GB" err="1">
                <a:effectLst/>
              </a:rPr>
              <a:t>adipiscing</a:t>
            </a:r>
            <a:r>
              <a:rPr lang="en-GB">
                <a:effectLst/>
              </a:rPr>
              <a:t> </a:t>
            </a:r>
            <a:r>
              <a:rPr lang="en-GB" err="1">
                <a:effectLst/>
              </a:rPr>
              <a:t>elit</a:t>
            </a:r>
            <a:r>
              <a:rPr lang="en-GB">
                <a:effectLst/>
              </a:rPr>
              <a:t>. </a:t>
            </a:r>
            <a:r>
              <a:rPr lang="en-GB" err="1">
                <a:effectLst/>
              </a:rPr>
              <a:t>Sed</a:t>
            </a:r>
            <a:r>
              <a:rPr lang="en-GB">
                <a:effectLst/>
              </a:rPr>
              <a:t> </a:t>
            </a:r>
            <a:r>
              <a:rPr lang="en-GB" err="1">
                <a:effectLst/>
              </a:rPr>
              <a:t>hendrerit</a:t>
            </a:r>
            <a:r>
              <a:rPr lang="en-GB">
                <a:effectLst/>
              </a:rPr>
              <a:t> semper </a:t>
            </a:r>
            <a:r>
              <a:rPr lang="en-GB" err="1">
                <a:effectLst/>
              </a:rPr>
              <a:t>leo</a:t>
            </a:r>
            <a:r>
              <a:rPr lang="en-GB">
                <a:effectLst/>
              </a:rPr>
              <a:t>, </a:t>
            </a:r>
            <a:r>
              <a:rPr lang="en-GB" err="1">
                <a:effectLst/>
              </a:rPr>
              <a:t>nec</a:t>
            </a:r>
            <a:r>
              <a:rPr lang="en-GB">
                <a:effectLst/>
              </a:rPr>
              <a:t> </a:t>
            </a:r>
            <a:r>
              <a:rPr lang="en-GB" err="1">
                <a:effectLst/>
              </a:rPr>
              <a:t>accumsan</a:t>
            </a:r>
            <a:r>
              <a:rPr lang="en-GB">
                <a:effectLst/>
              </a:rPr>
              <a:t> nisi </a:t>
            </a:r>
            <a:r>
              <a:rPr lang="en-GB" err="1">
                <a:effectLst/>
              </a:rPr>
              <a:t>finibus</a:t>
            </a:r>
            <a:r>
              <a:rPr lang="en-GB">
                <a:effectLst/>
              </a:rPr>
              <a:t> vel. Ut </a:t>
            </a:r>
            <a:r>
              <a:rPr lang="en-GB" err="1">
                <a:effectLst/>
              </a:rPr>
              <a:t>sodales</a:t>
            </a:r>
            <a:r>
              <a:rPr lang="en-GB">
                <a:effectLst/>
              </a:rPr>
              <a:t>, dui </a:t>
            </a:r>
            <a:r>
              <a:rPr lang="en-GB" err="1">
                <a:effectLst/>
              </a:rPr>
              <a:t>vel</a:t>
            </a:r>
            <a:r>
              <a:rPr lang="en-GB">
                <a:effectLst/>
              </a:rPr>
              <a:t> </a:t>
            </a:r>
            <a:r>
              <a:rPr lang="en-GB" err="1">
                <a:effectLst/>
              </a:rPr>
              <a:t>vulputate</a:t>
            </a:r>
            <a:r>
              <a:rPr lang="en-GB">
                <a:effectLst/>
              </a:rPr>
              <a:t> </a:t>
            </a:r>
            <a:r>
              <a:rPr lang="en-GB" err="1">
                <a:effectLst/>
              </a:rPr>
              <a:t>vehicula</a:t>
            </a:r>
            <a:r>
              <a:rPr lang="en-GB">
                <a:effectLst/>
              </a:rPr>
              <a:t>, </a:t>
            </a:r>
            <a:r>
              <a:rPr lang="en-GB" err="1">
                <a:effectLst/>
              </a:rPr>
              <a:t>arcu</a:t>
            </a:r>
            <a:r>
              <a:rPr lang="en-GB">
                <a:effectLst/>
              </a:rPr>
              <a:t> nisi </a:t>
            </a:r>
            <a:r>
              <a:rPr lang="en-GB" err="1">
                <a:effectLst/>
              </a:rPr>
              <a:t>suscipit</a:t>
            </a:r>
            <a:r>
              <a:rPr lang="en-GB">
                <a:effectLst/>
              </a:rPr>
              <a:t> </a:t>
            </a:r>
            <a:r>
              <a:rPr lang="en-GB" err="1">
                <a:effectLst/>
              </a:rPr>
              <a:t>justo</a:t>
            </a:r>
            <a:r>
              <a:rPr lang="en-GB">
                <a:effectLst/>
              </a:rPr>
              <a:t>, ac </a:t>
            </a:r>
            <a:r>
              <a:rPr lang="en-GB" err="1">
                <a:effectLst/>
              </a:rPr>
              <a:t>tincidunt</a:t>
            </a:r>
            <a:r>
              <a:rPr lang="en-GB">
                <a:effectLst/>
              </a:rPr>
              <a:t> </a:t>
            </a:r>
            <a:r>
              <a:rPr lang="en-GB" err="1">
                <a:effectLst/>
              </a:rPr>
              <a:t>dolor</a:t>
            </a:r>
            <a:r>
              <a:rPr lang="en-GB">
                <a:effectLst/>
              </a:rPr>
              <a:t> dui a </a:t>
            </a:r>
            <a:r>
              <a:rPr lang="en-GB" err="1">
                <a:effectLst/>
              </a:rPr>
              <a:t>purus</a:t>
            </a:r>
            <a:r>
              <a:rPr lang="en-GB">
                <a:effectLst/>
              </a:rPr>
              <a:t>. Maecenas auctor </a:t>
            </a:r>
            <a:r>
              <a:rPr lang="en-GB" err="1">
                <a:effectLst/>
              </a:rPr>
              <a:t>tincidunt</a:t>
            </a:r>
            <a:r>
              <a:rPr lang="en-GB">
                <a:effectLst/>
              </a:rPr>
              <a:t> </a:t>
            </a:r>
            <a:r>
              <a:rPr lang="en-GB" err="1">
                <a:effectLst/>
              </a:rPr>
              <a:t>quam</a:t>
            </a:r>
            <a:r>
              <a:rPr lang="en-GB">
                <a:effectLst/>
              </a:rPr>
              <a:t>, ac </a:t>
            </a:r>
            <a:r>
              <a:rPr lang="en-GB" err="1">
                <a:effectLst/>
              </a:rPr>
              <a:t>facilisis</a:t>
            </a:r>
            <a:r>
              <a:rPr lang="en-GB">
                <a:effectLst/>
              </a:rPr>
              <a:t> </a:t>
            </a:r>
            <a:r>
              <a:rPr lang="en-GB" err="1">
                <a:effectLst/>
              </a:rPr>
              <a:t>purus</a:t>
            </a:r>
            <a:r>
              <a:rPr lang="en-GB">
                <a:effectLst/>
              </a:rPr>
              <a:t> </a:t>
            </a:r>
            <a:r>
              <a:rPr lang="en-GB" err="1">
                <a:effectLst/>
              </a:rPr>
              <a:t>efficitur</a:t>
            </a:r>
            <a:r>
              <a:rPr lang="en-GB">
                <a:effectLst/>
              </a:rPr>
              <a:t> </a:t>
            </a:r>
            <a:r>
              <a:rPr lang="en-GB" err="1">
                <a:effectLst/>
              </a:rPr>
              <a:t>ut.</a:t>
            </a:r>
            <a:r>
              <a:rPr lang="en-GB">
                <a:effectLst/>
              </a:rPr>
              <a:t> Integer ac </a:t>
            </a:r>
            <a:r>
              <a:rPr lang="en-GB" err="1">
                <a:effectLst/>
              </a:rPr>
              <a:t>tortor</a:t>
            </a:r>
            <a:r>
              <a:rPr lang="en-GB">
                <a:effectLst/>
              </a:rPr>
              <a:t> </a:t>
            </a:r>
            <a:r>
              <a:rPr lang="en-GB" err="1">
                <a:effectLst/>
              </a:rPr>
              <a:t>eu</a:t>
            </a:r>
            <a:r>
              <a:rPr lang="en-GB">
                <a:effectLst/>
              </a:rPr>
              <a:t> </a:t>
            </a:r>
            <a:r>
              <a:rPr lang="en-GB" err="1">
                <a:effectLst/>
              </a:rPr>
              <a:t>velit</a:t>
            </a:r>
            <a:r>
              <a:rPr lang="en-GB">
                <a:effectLst/>
              </a:rPr>
              <a:t> </a:t>
            </a:r>
            <a:r>
              <a:rPr lang="en-GB" err="1">
                <a:effectLst/>
              </a:rPr>
              <a:t>interdum</a:t>
            </a:r>
            <a:r>
              <a:rPr lang="en-GB">
                <a:effectLst/>
              </a:rPr>
              <a:t> lacinia et sit.</a:t>
            </a:r>
          </a:p>
          <a:p>
            <a:pPr lvl="0"/>
            <a:r>
              <a:rPr lang="en-GB" err="1">
                <a:effectLst/>
              </a:rPr>
              <a:t>Vivamus</a:t>
            </a:r>
            <a:r>
              <a:rPr lang="en-GB">
                <a:effectLst/>
              </a:rPr>
              <a:t> </a:t>
            </a:r>
            <a:r>
              <a:rPr lang="en-GB" err="1">
                <a:effectLst/>
              </a:rPr>
              <a:t>nec</a:t>
            </a:r>
            <a:r>
              <a:rPr lang="en-GB">
                <a:effectLst/>
              </a:rPr>
              <a:t> </a:t>
            </a:r>
            <a:r>
              <a:rPr lang="en-GB" err="1">
                <a:effectLst/>
              </a:rPr>
              <a:t>lectus</a:t>
            </a:r>
            <a:r>
              <a:rPr lang="en-GB">
                <a:effectLst/>
              </a:rPr>
              <a:t> id </a:t>
            </a:r>
            <a:r>
              <a:rPr lang="en-GB" err="1">
                <a:effectLst/>
              </a:rPr>
              <a:t>justo</a:t>
            </a:r>
            <a:r>
              <a:rPr lang="en-GB">
                <a:effectLst/>
              </a:rPr>
              <a:t> </a:t>
            </a:r>
            <a:r>
              <a:rPr lang="en-GB" err="1">
                <a:effectLst/>
              </a:rPr>
              <a:t>consequat</a:t>
            </a:r>
            <a:r>
              <a:rPr lang="en-GB">
                <a:effectLst/>
              </a:rPr>
              <a:t> </a:t>
            </a:r>
            <a:r>
              <a:rPr lang="en-GB" err="1">
                <a:effectLst/>
              </a:rPr>
              <a:t>ultricies</a:t>
            </a:r>
            <a:r>
              <a:rPr lang="en-GB">
                <a:effectLst/>
              </a:rPr>
              <a:t>. In hac </a:t>
            </a:r>
            <a:r>
              <a:rPr lang="en-GB" err="1">
                <a:effectLst/>
              </a:rPr>
              <a:t>habitasse</a:t>
            </a:r>
            <a:r>
              <a:rPr lang="en-GB">
                <a:effectLst/>
              </a:rPr>
              <a:t> </a:t>
            </a:r>
            <a:r>
              <a:rPr lang="en-GB" err="1">
                <a:effectLst/>
              </a:rPr>
              <a:t>platea</a:t>
            </a:r>
            <a:r>
              <a:rPr lang="en-GB">
                <a:effectLst/>
              </a:rPr>
              <a:t> </a:t>
            </a:r>
            <a:r>
              <a:rPr lang="en-GB" err="1">
                <a:effectLst/>
              </a:rPr>
              <a:t>dictumst</a:t>
            </a:r>
            <a:r>
              <a:rPr lang="en-GB">
                <a:effectLst/>
              </a:rPr>
              <a:t>. </a:t>
            </a:r>
            <a:r>
              <a:rPr lang="en-GB" err="1">
                <a:effectLst/>
              </a:rPr>
              <a:t>Fusce</a:t>
            </a:r>
            <a:r>
              <a:rPr lang="en-GB">
                <a:effectLst/>
              </a:rPr>
              <a:t> vestibulum libero at nisi </a:t>
            </a:r>
            <a:r>
              <a:rPr lang="en-GB" err="1">
                <a:effectLst/>
              </a:rPr>
              <a:t>ullamcorper</a:t>
            </a:r>
            <a:r>
              <a:rPr lang="en-GB">
                <a:effectLst/>
              </a:rPr>
              <a:t>, a </a:t>
            </a:r>
            <a:r>
              <a:rPr lang="en-GB" err="1">
                <a:effectLst/>
              </a:rPr>
              <a:t>dapibus</a:t>
            </a:r>
            <a:r>
              <a:rPr lang="en-GB">
                <a:effectLst/>
              </a:rPr>
              <a:t> </a:t>
            </a:r>
            <a:r>
              <a:rPr lang="en-GB" err="1">
                <a:effectLst/>
              </a:rPr>
              <a:t>lectus</a:t>
            </a:r>
            <a:r>
              <a:rPr lang="en-GB">
                <a:effectLst/>
              </a:rPr>
              <a:t> gravida.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a:t>
            </a:r>
            <a:endParaRPr lang="en-GB"/>
          </a:p>
        </p:txBody>
      </p:sp>
      <p:sp>
        <p:nvSpPr>
          <p:cNvPr id="10" name="Picture Placeholder 9">
            <a:extLst>
              <a:ext uri="{FF2B5EF4-FFF2-40B4-BE49-F238E27FC236}">
                <a16:creationId xmlns:a16="http://schemas.microsoft.com/office/drawing/2014/main" id="{7467C051-90C9-9760-EE5C-F113B036F2C9}"/>
              </a:ext>
            </a:extLst>
          </p:cNvPr>
          <p:cNvSpPr>
            <a:spLocks noGrp="1"/>
          </p:cNvSpPr>
          <p:nvPr>
            <p:ph type="pic" sz="quarter" idx="11"/>
          </p:nvPr>
        </p:nvSpPr>
        <p:spPr>
          <a:xfrm>
            <a:off x="6749622" y="1113167"/>
            <a:ext cx="5442377" cy="5671202"/>
          </a:xfrm>
          <a:custGeom>
            <a:avLst/>
            <a:gdLst>
              <a:gd name="connsiteX0" fmla="*/ 5442377 w 5442377"/>
              <a:gd name="connsiteY0" fmla="*/ 0 h 5671202"/>
              <a:gd name="connsiteX1" fmla="*/ 5442377 w 5442377"/>
              <a:gd name="connsiteY1" fmla="*/ 171263 h 5671202"/>
              <a:gd name="connsiteX2" fmla="*/ 5442377 w 5442377"/>
              <a:gd name="connsiteY2" fmla="*/ 826186 h 5671202"/>
              <a:gd name="connsiteX3" fmla="*/ 5442377 w 5442377"/>
              <a:gd name="connsiteY3" fmla="*/ 5378671 h 5671202"/>
              <a:gd name="connsiteX4" fmla="*/ 5442377 w 5442377"/>
              <a:gd name="connsiteY4" fmla="*/ 5671202 h 5671202"/>
              <a:gd name="connsiteX5" fmla="*/ 0 w 5442377"/>
              <a:gd name="connsiteY5" fmla="*/ 5671202 h 5671202"/>
              <a:gd name="connsiteX6" fmla="*/ 5442377 w 5442377"/>
              <a:gd name="connsiteY6" fmla="*/ 0 h 5671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2377" h="5671202">
                <a:moveTo>
                  <a:pt x="5442377" y="0"/>
                </a:moveTo>
                <a:lnTo>
                  <a:pt x="5442377" y="171263"/>
                </a:lnTo>
                <a:lnTo>
                  <a:pt x="5442377" y="826186"/>
                </a:lnTo>
                <a:lnTo>
                  <a:pt x="5442377" y="5378671"/>
                </a:lnTo>
                <a:lnTo>
                  <a:pt x="5442377" y="5671202"/>
                </a:lnTo>
                <a:lnTo>
                  <a:pt x="0" y="5671202"/>
                </a:lnTo>
                <a:cubicBezTo>
                  <a:pt x="0" y="2508950"/>
                  <a:pt x="2639608" y="96819"/>
                  <a:pt x="5442377" y="0"/>
                </a:cubicBezTo>
                <a:close/>
              </a:path>
            </a:pathLst>
          </a:custGeom>
        </p:spPr>
        <p:txBody>
          <a:bodyPr wrap="square">
            <a:noAutofit/>
          </a:bodyPr>
          <a:lstStyle/>
          <a:p>
            <a:endParaRPr lang="en-US" dirty="0"/>
          </a:p>
        </p:txBody>
      </p:sp>
    </p:spTree>
    <p:extLst>
      <p:ext uri="{BB962C8B-B14F-4D97-AF65-F5344CB8AC3E}">
        <p14:creationId xmlns:p14="http://schemas.microsoft.com/office/powerpoint/2010/main" val="19537093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and Image (Resiz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B6A3-1C35-01F1-0B0C-D49BFAAE1480}"/>
              </a:ext>
            </a:extLst>
          </p:cNvPr>
          <p:cNvSpPr>
            <a:spLocks noGrp="1"/>
          </p:cNvSpPr>
          <p:nvPr>
            <p:ph type="title" hasCustomPrompt="1"/>
          </p:nvPr>
        </p:nvSpPr>
        <p:spPr>
          <a:xfrm>
            <a:off x="763695" y="534458"/>
            <a:ext cx="10515600" cy="1325563"/>
          </a:xfrm>
        </p:spPr>
        <p:txBody>
          <a:bodyPr/>
          <a:lstStyle/>
          <a:p>
            <a:r>
              <a:rPr lang="en-GB"/>
              <a:t>Example title</a:t>
            </a:r>
            <a:endParaRPr lang="en-US"/>
          </a:p>
        </p:txBody>
      </p:sp>
      <p:sp>
        <p:nvSpPr>
          <p:cNvPr id="4" name="Text Placeholder 3">
            <a:extLst>
              <a:ext uri="{FF2B5EF4-FFF2-40B4-BE49-F238E27FC236}">
                <a16:creationId xmlns:a16="http://schemas.microsoft.com/office/drawing/2014/main" id="{B2FFEDA0-53F9-4B0B-3B52-79E81241B840}"/>
              </a:ext>
            </a:extLst>
          </p:cNvPr>
          <p:cNvSpPr>
            <a:spLocks noGrp="1"/>
          </p:cNvSpPr>
          <p:nvPr>
            <p:ph type="body" sz="quarter" idx="10" hasCustomPrompt="1"/>
          </p:nvPr>
        </p:nvSpPr>
        <p:spPr>
          <a:xfrm>
            <a:off x="770471" y="1839702"/>
            <a:ext cx="5533440" cy="4279900"/>
          </a:xfrm>
        </p:spPr>
        <p:txBody>
          <a:bodyPr>
            <a:noAutofit/>
          </a:bodyPr>
          <a:lstStyle>
            <a:lvl1pPr marL="0" indent="0">
              <a:lnSpc>
                <a:spcPts val="2700"/>
              </a:lnSpc>
              <a:buNone/>
              <a:defRPr sz="1800"/>
            </a:lvl1pPr>
          </a:lstStyle>
          <a:p>
            <a:pPr lvl="0"/>
            <a:r>
              <a:rPr lang="en-GB">
                <a:effectLst/>
              </a:rPr>
              <a:t>Lorem ipsum </a:t>
            </a:r>
            <a:r>
              <a:rPr lang="en-GB" err="1">
                <a:effectLst/>
              </a:rPr>
              <a:t>dolor</a:t>
            </a:r>
            <a:r>
              <a:rPr lang="en-GB">
                <a:effectLst/>
              </a:rPr>
              <a:t> sit </a:t>
            </a:r>
            <a:r>
              <a:rPr lang="en-GB" err="1">
                <a:effectLst/>
              </a:rPr>
              <a:t>amet</a:t>
            </a:r>
            <a:r>
              <a:rPr lang="en-GB">
                <a:effectLst/>
              </a:rPr>
              <a:t>, </a:t>
            </a:r>
            <a:r>
              <a:rPr lang="en-GB" err="1">
                <a:effectLst/>
              </a:rPr>
              <a:t>consectetur</a:t>
            </a:r>
            <a:r>
              <a:rPr lang="en-GB">
                <a:effectLst/>
              </a:rPr>
              <a:t> </a:t>
            </a:r>
            <a:r>
              <a:rPr lang="en-GB" err="1">
                <a:effectLst/>
              </a:rPr>
              <a:t>adipiscing</a:t>
            </a:r>
            <a:r>
              <a:rPr lang="en-GB">
                <a:effectLst/>
              </a:rPr>
              <a:t> </a:t>
            </a:r>
            <a:r>
              <a:rPr lang="en-GB" err="1">
                <a:effectLst/>
              </a:rPr>
              <a:t>elit</a:t>
            </a:r>
            <a:r>
              <a:rPr lang="en-GB">
                <a:effectLst/>
              </a:rPr>
              <a:t>. </a:t>
            </a:r>
            <a:r>
              <a:rPr lang="en-GB" err="1">
                <a:effectLst/>
              </a:rPr>
              <a:t>Sed</a:t>
            </a:r>
            <a:r>
              <a:rPr lang="en-GB">
                <a:effectLst/>
              </a:rPr>
              <a:t> </a:t>
            </a:r>
            <a:r>
              <a:rPr lang="en-GB" err="1">
                <a:effectLst/>
              </a:rPr>
              <a:t>hendrerit</a:t>
            </a:r>
            <a:r>
              <a:rPr lang="en-GB">
                <a:effectLst/>
              </a:rPr>
              <a:t> semper </a:t>
            </a:r>
            <a:r>
              <a:rPr lang="en-GB" err="1">
                <a:effectLst/>
              </a:rPr>
              <a:t>leo</a:t>
            </a:r>
            <a:r>
              <a:rPr lang="en-GB">
                <a:effectLst/>
              </a:rPr>
              <a:t>, </a:t>
            </a:r>
            <a:r>
              <a:rPr lang="en-GB" err="1">
                <a:effectLst/>
              </a:rPr>
              <a:t>nec</a:t>
            </a:r>
            <a:r>
              <a:rPr lang="en-GB">
                <a:effectLst/>
              </a:rPr>
              <a:t> </a:t>
            </a:r>
            <a:r>
              <a:rPr lang="en-GB" err="1">
                <a:effectLst/>
              </a:rPr>
              <a:t>accumsan</a:t>
            </a:r>
            <a:r>
              <a:rPr lang="en-GB">
                <a:effectLst/>
              </a:rPr>
              <a:t> nisi </a:t>
            </a:r>
            <a:r>
              <a:rPr lang="en-GB" err="1">
                <a:effectLst/>
              </a:rPr>
              <a:t>finibus</a:t>
            </a:r>
            <a:r>
              <a:rPr lang="en-GB">
                <a:effectLst/>
              </a:rPr>
              <a:t> vel. Ut </a:t>
            </a:r>
            <a:r>
              <a:rPr lang="en-GB" err="1">
                <a:effectLst/>
              </a:rPr>
              <a:t>sodales</a:t>
            </a:r>
            <a:r>
              <a:rPr lang="en-GB">
                <a:effectLst/>
              </a:rPr>
              <a:t>, dui </a:t>
            </a:r>
            <a:r>
              <a:rPr lang="en-GB" err="1">
                <a:effectLst/>
              </a:rPr>
              <a:t>vel</a:t>
            </a:r>
            <a:r>
              <a:rPr lang="en-GB">
                <a:effectLst/>
              </a:rPr>
              <a:t> </a:t>
            </a:r>
            <a:r>
              <a:rPr lang="en-GB" err="1">
                <a:effectLst/>
              </a:rPr>
              <a:t>vulputate</a:t>
            </a:r>
            <a:r>
              <a:rPr lang="en-GB">
                <a:effectLst/>
              </a:rPr>
              <a:t> </a:t>
            </a:r>
            <a:r>
              <a:rPr lang="en-GB" err="1">
                <a:effectLst/>
              </a:rPr>
              <a:t>vehicula</a:t>
            </a:r>
            <a:r>
              <a:rPr lang="en-GB">
                <a:effectLst/>
              </a:rPr>
              <a:t>, </a:t>
            </a:r>
            <a:r>
              <a:rPr lang="en-GB" err="1">
                <a:effectLst/>
              </a:rPr>
              <a:t>arcu</a:t>
            </a:r>
            <a:r>
              <a:rPr lang="en-GB">
                <a:effectLst/>
              </a:rPr>
              <a:t> nisi </a:t>
            </a:r>
            <a:r>
              <a:rPr lang="en-GB" err="1">
                <a:effectLst/>
              </a:rPr>
              <a:t>suscipit</a:t>
            </a:r>
            <a:r>
              <a:rPr lang="en-GB">
                <a:effectLst/>
              </a:rPr>
              <a:t> </a:t>
            </a:r>
            <a:r>
              <a:rPr lang="en-GB" err="1">
                <a:effectLst/>
              </a:rPr>
              <a:t>justo</a:t>
            </a:r>
            <a:r>
              <a:rPr lang="en-GB">
                <a:effectLst/>
              </a:rPr>
              <a:t>, ac </a:t>
            </a:r>
            <a:r>
              <a:rPr lang="en-GB" err="1">
                <a:effectLst/>
              </a:rPr>
              <a:t>tincidunt</a:t>
            </a:r>
            <a:r>
              <a:rPr lang="en-GB">
                <a:effectLst/>
              </a:rPr>
              <a:t> </a:t>
            </a:r>
            <a:r>
              <a:rPr lang="en-GB" err="1">
                <a:effectLst/>
              </a:rPr>
              <a:t>dolor</a:t>
            </a:r>
            <a:r>
              <a:rPr lang="en-GB">
                <a:effectLst/>
              </a:rPr>
              <a:t> dui a </a:t>
            </a:r>
            <a:r>
              <a:rPr lang="en-GB" err="1">
                <a:effectLst/>
              </a:rPr>
              <a:t>purus</a:t>
            </a:r>
            <a:r>
              <a:rPr lang="en-GB">
                <a:effectLst/>
              </a:rPr>
              <a:t>. Maecenas auctor </a:t>
            </a:r>
            <a:r>
              <a:rPr lang="en-GB" err="1">
                <a:effectLst/>
              </a:rPr>
              <a:t>tincidunt</a:t>
            </a:r>
            <a:r>
              <a:rPr lang="en-GB">
                <a:effectLst/>
              </a:rPr>
              <a:t> </a:t>
            </a:r>
            <a:r>
              <a:rPr lang="en-GB" err="1">
                <a:effectLst/>
              </a:rPr>
              <a:t>quam</a:t>
            </a:r>
            <a:r>
              <a:rPr lang="en-GB">
                <a:effectLst/>
              </a:rPr>
              <a:t>, ac </a:t>
            </a:r>
            <a:r>
              <a:rPr lang="en-GB" err="1">
                <a:effectLst/>
              </a:rPr>
              <a:t>facilisis</a:t>
            </a:r>
            <a:r>
              <a:rPr lang="en-GB">
                <a:effectLst/>
              </a:rPr>
              <a:t> </a:t>
            </a:r>
            <a:r>
              <a:rPr lang="en-GB" err="1">
                <a:effectLst/>
              </a:rPr>
              <a:t>purus</a:t>
            </a:r>
            <a:r>
              <a:rPr lang="en-GB">
                <a:effectLst/>
              </a:rPr>
              <a:t> </a:t>
            </a:r>
            <a:r>
              <a:rPr lang="en-GB" err="1">
                <a:effectLst/>
              </a:rPr>
              <a:t>efficitur</a:t>
            </a:r>
            <a:r>
              <a:rPr lang="en-GB">
                <a:effectLst/>
              </a:rPr>
              <a:t> </a:t>
            </a:r>
            <a:r>
              <a:rPr lang="en-GB" err="1">
                <a:effectLst/>
              </a:rPr>
              <a:t>ut.</a:t>
            </a:r>
            <a:r>
              <a:rPr lang="en-GB">
                <a:effectLst/>
              </a:rPr>
              <a:t> Integer ac </a:t>
            </a:r>
            <a:r>
              <a:rPr lang="en-GB" err="1">
                <a:effectLst/>
              </a:rPr>
              <a:t>tortor</a:t>
            </a:r>
            <a:r>
              <a:rPr lang="en-GB">
                <a:effectLst/>
              </a:rPr>
              <a:t> </a:t>
            </a:r>
            <a:r>
              <a:rPr lang="en-GB" err="1">
                <a:effectLst/>
              </a:rPr>
              <a:t>eu</a:t>
            </a:r>
            <a:r>
              <a:rPr lang="en-GB">
                <a:effectLst/>
              </a:rPr>
              <a:t> </a:t>
            </a:r>
            <a:r>
              <a:rPr lang="en-GB" err="1">
                <a:effectLst/>
              </a:rPr>
              <a:t>velit</a:t>
            </a:r>
            <a:r>
              <a:rPr lang="en-GB">
                <a:effectLst/>
              </a:rPr>
              <a:t> </a:t>
            </a:r>
            <a:r>
              <a:rPr lang="en-GB" err="1">
                <a:effectLst/>
              </a:rPr>
              <a:t>interdum</a:t>
            </a:r>
            <a:r>
              <a:rPr lang="en-GB">
                <a:effectLst/>
              </a:rPr>
              <a:t> lacinia et sit.</a:t>
            </a:r>
          </a:p>
          <a:p>
            <a:pPr lvl="0"/>
            <a:r>
              <a:rPr lang="en-GB" err="1">
                <a:effectLst/>
              </a:rPr>
              <a:t>Vivamus</a:t>
            </a:r>
            <a:r>
              <a:rPr lang="en-GB">
                <a:effectLst/>
              </a:rPr>
              <a:t> </a:t>
            </a:r>
            <a:r>
              <a:rPr lang="en-GB" err="1">
                <a:effectLst/>
              </a:rPr>
              <a:t>nec</a:t>
            </a:r>
            <a:r>
              <a:rPr lang="en-GB">
                <a:effectLst/>
              </a:rPr>
              <a:t> </a:t>
            </a:r>
            <a:r>
              <a:rPr lang="en-GB" err="1">
                <a:effectLst/>
              </a:rPr>
              <a:t>lectus</a:t>
            </a:r>
            <a:r>
              <a:rPr lang="en-GB">
                <a:effectLst/>
              </a:rPr>
              <a:t> id </a:t>
            </a:r>
            <a:r>
              <a:rPr lang="en-GB" err="1">
                <a:effectLst/>
              </a:rPr>
              <a:t>justo</a:t>
            </a:r>
            <a:r>
              <a:rPr lang="en-GB">
                <a:effectLst/>
              </a:rPr>
              <a:t> </a:t>
            </a:r>
            <a:r>
              <a:rPr lang="en-GB" err="1">
                <a:effectLst/>
              </a:rPr>
              <a:t>consequat</a:t>
            </a:r>
            <a:r>
              <a:rPr lang="en-GB">
                <a:effectLst/>
              </a:rPr>
              <a:t> </a:t>
            </a:r>
            <a:r>
              <a:rPr lang="en-GB" err="1">
                <a:effectLst/>
              </a:rPr>
              <a:t>ultricies</a:t>
            </a:r>
            <a:r>
              <a:rPr lang="en-GB">
                <a:effectLst/>
              </a:rPr>
              <a:t>. In hac </a:t>
            </a:r>
            <a:r>
              <a:rPr lang="en-GB" err="1">
                <a:effectLst/>
              </a:rPr>
              <a:t>habitasse</a:t>
            </a:r>
            <a:r>
              <a:rPr lang="en-GB">
                <a:effectLst/>
              </a:rPr>
              <a:t> </a:t>
            </a:r>
            <a:r>
              <a:rPr lang="en-GB" err="1">
                <a:effectLst/>
              </a:rPr>
              <a:t>platea</a:t>
            </a:r>
            <a:r>
              <a:rPr lang="en-GB">
                <a:effectLst/>
              </a:rPr>
              <a:t> </a:t>
            </a:r>
            <a:r>
              <a:rPr lang="en-GB" err="1">
                <a:effectLst/>
              </a:rPr>
              <a:t>dictumst</a:t>
            </a:r>
            <a:r>
              <a:rPr lang="en-GB">
                <a:effectLst/>
              </a:rPr>
              <a:t>. </a:t>
            </a:r>
            <a:r>
              <a:rPr lang="en-GB" err="1">
                <a:effectLst/>
              </a:rPr>
              <a:t>Fusce</a:t>
            </a:r>
            <a:r>
              <a:rPr lang="en-GB">
                <a:effectLst/>
              </a:rPr>
              <a:t> vestibulum libero at nisi </a:t>
            </a:r>
            <a:r>
              <a:rPr lang="en-GB" err="1">
                <a:effectLst/>
              </a:rPr>
              <a:t>ullamcorper</a:t>
            </a:r>
            <a:r>
              <a:rPr lang="en-GB">
                <a:effectLst/>
              </a:rPr>
              <a:t>, a </a:t>
            </a:r>
            <a:r>
              <a:rPr lang="en-GB" err="1">
                <a:effectLst/>
              </a:rPr>
              <a:t>dapibus</a:t>
            </a:r>
            <a:r>
              <a:rPr lang="en-GB">
                <a:effectLst/>
              </a:rPr>
              <a:t> </a:t>
            </a:r>
            <a:r>
              <a:rPr lang="en-GB" err="1">
                <a:effectLst/>
              </a:rPr>
              <a:t>lectus</a:t>
            </a:r>
            <a:r>
              <a:rPr lang="en-GB">
                <a:effectLst/>
              </a:rPr>
              <a:t> gravida.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fermentum.</a:t>
            </a:r>
            <a:endParaRPr lang="en-GB"/>
          </a:p>
        </p:txBody>
      </p:sp>
      <p:sp>
        <p:nvSpPr>
          <p:cNvPr id="5" name="Picture Placeholder 4">
            <a:extLst>
              <a:ext uri="{FF2B5EF4-FFF2-40B4-BE49-F238E27FC236}">
                <a16:creationId xmlns:a16="http://schemas.microsoft.com/office/drawing/2014/main" id="{5264CEED-5AE5-5967-EA26-D37F006632C3}"/>
              </a:ext>
            </a:extLst>
          </p:cNvPr>
          <p:cNvSpPr>
            <a:spLocks noGrp="1"/>
          </p:cNvSpPr>
          <p:nvPr>
            <p:ph type="pic" sz="quarter" idx="11"/>
          </p:nvPr>
        </p:nvSpPr>
        <p:spPr>
          <a:xfrm>
            <a:off x="6649082" y="1792465"/>
            <a:ext cx="5007932" cy="4384497"/>
          </a:xfrm>
          <a:prstGeom prst="roundRect">
            <a:avLst>
              <a:gd name="adj" fmla="val 5851"/>
            </a:avLst>
          </a:prstGeom>
        </p:spPr>
        <p:txBody>
          <a:bodyPr/>
          <a:lstStyle/>
          <a:p>
            <a:endParaRPr lang="en-US" dirty="0"/>
          </a:p>
        </p:txBody>
      </p:sp>
    </p:spTree>
    <p:extLst>
      <p:ext uri="{BB962C8B-B14F-4D97-AF65-F5344CB8AC3E}">
        <p14:creationId xmlns:p14="http://schemas.microsoft.com/office/powerpoint/2010/main" val="3172442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B6A3-1C35-01F1-0B0C-D49BFAAE1480}"/>
              </a:ext>
            </a:extLst>
          </p:cNvPr>
          <p:cNvSpPr>
            <a:spLocks noGrp="1"/>
          </p:cNvSpPr>
          <p:nvPr>
            <p:ph type="title" hasCustomPrompt="1"/>
          </p:nvPr>
        </p:nvSpPr>
        <p:spPr>
          <a:xfrm>
            <a:off x="763695" y="534458"/>
            <a:ext cx="10515600" cy="1325563"/>
          </a:xfrm>
        </p:spPr>
        <p:txBody>
          <a:bodyPr/>
          <a:lstStyle/>
          <a:p>
            <a:r>
              <a:rPr lang="en-GB"/>
              <a:t>Example title</a:t>
            </a:r>
            <a:endParaRPr lang="en-US"/>
          </a:p>
        </p:txBody>
      </p:sp>
      <p:sp>
        <p:nvSpPr>
          <p:cNvPr id="4" name="Text Placeholder 3">
            <a:extLst>
              <a:ext uri="{FF2B5EF4-FFF2-40B4-BE49-F238E27FC236}">
                <a16:creationId xmlns:a16="http://schemas.microsoft.com/office/drawing/2014/main" id="{B2FFEDA0-53F9-4B0B-3B52-79E81241B840}"/>
              </a:ext>
            </a:extLst>
          </p:cNvPr>
          <p:cNvSpPr>
            <a:spLocks noGrp="1"/>
          </p:cNvSpPr>
          <p:nvPr>
            <p:ph type="body" sz="quarter" idx="10" hasCustomPrompt="1"/>
          </p:nvPr>
        </p:nvSpPr>
        <p:spPr>
          <a:xfrm>
            <a:off x="763695" y="1826156"/>
            <a:ext cx="8089052" cy="4279900"/>
          </a:xfrm>
        </p:spPr>
        <p:txBody>
          <a:bodyPr>
            <a:noAutofit/>
          </a:bodyPr>
          <a:lstStyle>
            <a:lvl1pPr marL="342900" indent="-342900">
              <a:lnSpc>
                <a:spcPts val="2700"/>
              </a:lnSpc>
              <a:spcAft>
                <a:spcPts val="1400"/>
              </a:spcAft>
              <a:buFont typeface="Arial" panose="020B0604020202020204" pitchFamily="34" charset="0"/>
              <a:buChar char="•"/>
              <a:defRPr sz="1800" spc="0" baseline="0"/>
            </a:lvl1pPr>
          </a:lstStyle>
          <a:p>
            <a:pPr lvl="0"/>
            <a:r>
              <a:rPr lang="en-GB">
                <a:effectLst/>
              </a:rPr>
              <a:t>Lorem ipsum </a:t>
            </a:r>
            <a:r>
              <a:rPr lang="en-GB" err="1">
                <a:effectLst/>
              </a:rPr>
              <a:t>dolor</a:t>
            </a:r>
            <a:r>
              <a:rPr lang="en-GB">
                <a:effectLst/>
              </a:rPr>
              <a:t> sit </a:t>
            </a:r>
            <a:r>
              <a:rPr lang="en-GB" err="1">
                <a:effectLst/>
              </a:rPr>
              <a:t>amet</a:t>
            </a:r>
            <a:r>
              <a:rPr lang="en-GB">
                <a:effectLst/>
              </a:rPr>
              <a:t>, </a:t>
            </a:r>
            <a:r>
              <a:rPr lang="en-GB" err="1">
                <a:effectLst/>
              </a:rPr>
              <a:t>consectetur</a:t>
            </a:r>
            <a:r>
              <a:rPr lang="en-GB">
                <a:effectLst/>
              </a:rPr>
              <a:t> </a:t>
            </a:r>
            <a:r>
              <a:rPr lang="en-GB" err="1">
                <a:effectLst/>
              </a:rPr>
              <a:t>adipiscing</a:t>
            </a:r>
            <a:r>
              <a:rPr lang="en-GB">
                <a:effectLst/>
              </a:rPr>
              <a:t> </a:t>
            </a:r>
            <a:r>
              <a:rPr lang="en-GB" err="1">
                <a:effectLst/>
              </a:rPr>
              <a:t>elit</a:t>
            </a:r>
            <a:r>
              <a:rPr lang="en-GB">
                <a:effectLst/>
              </a:rPr>
              <a:t>. </a:t>
            </a:r>
            <a:r>
              <a:rPr lang="en-GB" err="1">
                <a:effectLst/>
              </a:rPr>
              <a:t>Sed</a:t>
            </a:r>
            <a:r>
              <a:rPr lang="en-GB">
                <a:effectLst/>
              </a:rPr>
              <a:t> </a:t>
            </a:r>
            <a:r>
              <a:rPr lang="en-GB" err="1">
                <a:effectLst/>
              </a:rPr>
              <a:t>hendrerit</a:t>
            </a:r>
            <a:r>
              <a:rPr lang="en-GB">
                <a:effectLst/>
              </a:rPr>
              <a:t> semper </a:t>
            </a:r>
            <a:r>
              <a:rPr lang="en-GB" err="1">
                <a:effectLst/>
              </a:rPr>
              <a:t>leo</a:t>
            </a:r>
            <a:r>
              <a:rPr lang="en-GB">
                <a:effectLst/>
              </a:rPr>
              <a:t>, </a:t>
            </a:r>
            <a:r>
              <a:rPr lang="en-GB" err="1">
                <a:effectLst/>
              </a:rPr>
              <a:t>nec</a:t>
            </a:r>
            <a:r>
              <a:rPr lang="en-GB">
                <a:effectLst/>
              </a:rPr>
              <a:t> </a:t>
            </a:r>
            <a:r>
              <a:rPr lang="en-GB" err="1">
                <a:effectLst/>
              </a:rPr>
              <a:t>accumsan</a:t>
            </a:r>
            <a:r>
              <a:rPr lang="en-GB">
                <a:effectLst/>
              </a:rPr>
              <a:t> nisi </a:t>
            </a:r>
            <a:r>
              <a:rPr lang="en-GB" err="1">
                <a:effectLst/>
              </a:rPr>
              <a:t>finibus</a:t>
            </a:r>
            <a:r>
              <a:rPr lang="en-GB">
                <a:effectLst/>
              </a:rPr>
              <a:t> vel. Ut </a:t>
            </a:r>
            <a:r>
              <a:rPr lang="en-GB" err="1">
                <a:effectLst/>
              </a:rPr>
              <a:t>sodales</a:t>
            </a:r>
            <a:r>
              <a:rPr lang="en-GB">
                <a:effectLst/>
              </a:rPr>
              <a:t>, dui </a:t>
            </a:r>
            <a:r>
              <a:rPr lang="en-GB" err="1">
                <a:effectLst/>
              </a:rPr>
              <a:t>vel</a:t>
            </a:r>
            <a:r>
              <a:rPr lang="en-GB">
                <a:effectLst/>
              </a:rPr>
              <a:t> </a:t>
            </a:r>
            <a:r>
              <a:rPr lang="en-GB" err="1">
                <a:effectLst/>
              </a:rPr>
              <a:t>vulputate</a:t>
            </a:r>
            <a:r>
              <a:rPr lang="en-GB">
                <a:effectLst/>
              </a:rPr>
              <a:t> </a:t>
            </a:r>
            <a:r>
              <a:rPr lang="en-GB" err="1">
                <a:effectLst/>
              </a:rPr>
              <a:t>vehicula</a:t>
            </a:r>
            <a:r>
              <a:rPr lang="en-GB">
                <a:effectLst/>
              </a:rPr>
              <a:t>.</a:t>
            </a:r>
          </a:p>
          <a:p>
            <a:pPr lvl="0"/>
            <a:r>
              <a:rPr lang="en-GB" err="1">
                <a:effectLst/>
              </a:rPr>
              <a:t>Vivamus</a:t>
            </a:r>
            <a:r>
              <a:rPr lang="en-GB">
                <a:effectLst/>
              </a:rPr>
              <a:t> </a:t>
            </a:r>
            <a:r>
              <a:rPr lang="en-GB" err="1">
                <a:effectLst/>
              </a:rPr>
              <a:t>nec</a:t>
            </a:r>
            <a:r>
              <a:rPr lang="en-GB">
                <a:effectLst/>
              </a:rPr>
              <a:t> </a:t>
            </a:r>
            <a:r>
              <a:rPr lang="en-GB" err="1">
                <a:effectLst/>
              </a:rPr>
              <a:t>lectus</a:t>
            </a:r>
            <a:r>
              <a:rPr lang="en-GB">
                <a:effectLst/>
              </a:rPr>
              <a:t> id </a:t>
            </a:r>
            <a:r>
              <a:rPr lang="en-GB" err="1">
                <a:effectLst/>
              </a:rPr>
              <a:t>justo</a:t>
            </a:r>
            <a:r>
              <a:rPr lang="en-GB">
                <a:effectLst/>
              </a:rPr>
              <a:t> </a:t>
            </a:r>
            <a:r>
              <a:rPr lang="en-GB" err="1">
                <a:effectLst/>
              </a:rPr>
              <a:t>consequat</a:t>
            </a:r>
            <a:r>
              <a:rPr lang="en-GB">
                <a:effectLst/>
              </a:rPr>
              <a:t> </a:t>
            </a:r>
            <a:r>
              <a:rPr lang="en-GB" err="1">
                <a:effectLst/>
              </a:rPr>
              <a:t>ultricies</a:t>
            </a:r>
            <a:r>
              <a:rPr lang="en-GB">
                <a:effectLst/>
              </a:rPr>
              <a:t>. In hac </a:t>
            </a:r>
            <a:r>
              <a:rPr lang="en-GB" err="1">
                <a:effectLst/>
              </a:rPr>
              <a:t>habitasse</a:t>
            </a:r>
            <a:r>
              <a:rPr lang="en-GB">
                <a:effectLst/>
              </a:rPr>
              <a:t> </a:t>
            </a:r>
            <a:r>
              <a:rPr lang="en-GB" err="1">
                <a:effectLst/>
              </a:rPr>
              <a:t>platea</a:t>
            </a:r>
            <a:r>
              <a:rPr lang="en-GB">
                <a:effectLst/>
              </a:rPr>
              <a:t> </a:t>
            </a:r>
            <a:r>
              <a:rPr lang="en-GB" err="1">
                <a:effectLst/>
              </a:rPr>
              <a:t>dictumst</a:t>
            </a:r>
            <a:r>
              <a:rPr lang="en-GB">
                <a:effectLst/>
              </a:rPr>
              <a:t>. </a:t>
            </a:r>
            <a:r>
              <a:rPr lang="en-GB" err="1">
                <a:effectLst/>
              </a:rPr>
              <a:t>Fusce</a:t>
            </a:r>
            <a:r>
              <a:rPr lang="en-GB">
                <a:effectLst/>
              </a:rPr>
              <a:t> vestibulum libero at nisi </a:t>
            </a:r>
            <a:r>
              <a:rPr lang="en-GB" err="1">
                <a:effectLst/>
              </a:rPr>
              <a:t>ullamcorper</a:t>
            </a:r>
            <a:r>
              <a:rPr lang="en-GB">
                <a:effectLst/>
              </a:rPr>
              <a:t>, a </a:t>
            </a:r>
            <a:r>
              <a:rPr lang="en-GB" err="1">
                <a:effectLst/>
              </a:rPr>
              <a:t>dapibus</a:t>
            </a:r>
            <a:r>
              <a:rPr lang="en-GB">
                <a:effectLst/>
              </a:rPr>
              <a:t> </a:t>
            </a:r>
            <a:r>
              <a:rPr lang="en-GB" err="1">
                <a:effectLst/>
              </a:rPr>
              <a:t>lectus</a:t>
            </a:r>
            <a:r>
              <a:rPr lang="en-GB">
                <a:effectLst/>
              </a:rPr>
              <a:t> gravida.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a:t>
            </a:r>
          </a:p>
          <a:p>
            <a:pPr lvl="0"/>
            <a:r>
              <a:rPr lang="en-GB" err="1">
                <a:effectLst/>
              </a:rPr>
              <a:t>Velit</a:t>
            </a:r>
            <a:r>
              <a:rPr lang="en-GB">
                <a:effectLst/>
              </a:rPr>
              <a:t> </a:t>
            </a:r>
            <a:r>
              <a:rPr lang="en-GB" err="1">
                <a:effectLst/>
              </a:rPr>
              <a:t>justo</a:t>
            </a:r>
            <a:r>
              <a:rPr lang="en-GB">
                <a:effectLst/>
              </a:rPr>
              <a:t> </a:t>
            </a:r>
            <a:r>
              <a:rPr lang="en-GB" err="1">
                <a:effectLst/>
              </a:rPr>
              <a:t>ultrices</a:t>
            </a:r>
            <a:r>
              <a:rPr lang="en-GB">
                <a:effectLst/>
              </a:rPr>
              <a:t> </a:t>
            </a:r>
            <a:r>
              <a:rPr lang="en-GB" err="1">
                <a:effectLst/>
              </a:rPr>
              <a:t>velit</a:t>
            </a:r>
            <a:r>
              <a:rPr lang="en-GB">
                <a:effectLst/>
              </a:rPr>
              <a:t>, sit </a:t>
            </a:r>
            <a:r>
              <a:rPr lang="en-GB" err="1">
                <a:effectLst/>
              </a:rPr>
              <a:t>amet</a:t>
            </a:r>
            <a:r>
              <a:rPr lang="en-GB">
                <a:effectLst/>
              </a:rPr>
              <a:t> </a:t>
            </a:r>
            <a:r>
              <a:rPr lang="en-GB" err="1">
                <a:effectLst/>
              </a:rPr>
              <a:t>finibus</a:t>
            </a:r>
            <a:r>
              <a:rPr lang="en-GB">
                <a:effectLst/>
              </a:rPr>
              <a:t> </a:t>
            </a:r>
            <a:r>
              <a:rPr lang="en-GB" err="1">
                <a:effectLst/>
              </a:rPr>
              <a:t>tortor</a:t>
            </a:r>
            <a:r>
              <a:rPr lang="en-GB">
                <a:effectLst/>
              </a:rPr>
              <a:t> </a:t>
            </a:r>
            <a:r>
              <a:rPr lang="en-GB" err="1">
                <a:effectLst/>
              </a:rPr>
              <a:t>elit</a:t>
            </a:r>
            <a:r>
              <a:rPr lang="en-GB">
                <a:effectLst/>
              </a:rPr>
              <a:t> sit </a:t>
            </a:r>
            <a:r>
              <a:rPr lang="en-GB" err="1">
                <a:effectLst/>
              </a:rPr>
              <a:t>amet</a:t>
            </a:r>
            <a:r>
              <a:rPr lang="en-GB">
                <a:effectLst/>
              </a:rPr>
              <a:t> </a:t>
            </a:r>
            <a:r>
              <a:rPr lang="en-GB" err="1">
                <a:effectLst/>
              </a:rPr>
              <a:t>augue</a:t>
            </a:r>
            <a:r>
              <a:rPr lang="en-GB">
                <a:effectLst/>
              </a:rPr>
              <a:t>. </a:t>
            </a:r>
            <a:r>
              <a:rPr lang="en-GB" err="1">
                <a:effectLst/>
              </a:rPr>
              <a:t>Quisque</a:t>
            </a:r>
            <a:r>
              <a:rPr lang="en-GB">
                <a:effectLst/>
              </a:rPr>
              <a:t> </a:t>
            </a:r>
            <a:r>
              <a:rPr lang="en-GB" err="1">
                <a:effectLst/>
              </a:rPr>
              <a:t>euismod</a:t>
            </a:r>
            <a:r>
              <a:rPr lang="en-GB">
                <a:effectLst/>
              </a:rPr>
              <a:t> auctor nisi, et </a:t>
            </a:r>
            <a:r>
              <a:rPr lang="en-GB" err="1">
                <a:effectLst/>
              </a:rPr>
              <a:t>tristique</a:t>
            </a:r>
            <a:r>
              <a:rPr lang="en-GB">
                <a:effectLst/>
              </a:rPr>
              <a:t> </a:t>
            </a:r>
            <a:r>
              <a:rPr lang="en-GB" err="1">
                <a:effectLst/>
              </a:rPr>
              <a:t>elit</a:t>
            </a:r>
            <a:r>
              <a:rPr lang="en-GB">
                <a:effectLst/>
              </a:rPr>
              <a:t> cursus vitae. </a:t>
            </a:r>
            <a:r>
              <a:rPr lang="en-GB" err="1">
                <a:effectLst/>
              </a:rPr>
              <a:t>Nulla</a:t>
            </a:r>
            <a:r>
              <a:rPr lang="en-GB">
                <a:effectLst/>
              </a:rPr>
              <a:t> </a:t>
            </a:r>
            <a:r>
              <a:rPr lang="en-GB" err="1">
                <a:effectLst/>
              </a:rPr>
              <a:t>facilisi</a:t>
            </a:r>
            <a:r>
              <a:rPr lang="en-GB">
                <a:effectLst/>
              </a:rPr>
              <a:t>. </a:t>
            </a:r>
            <a:r>
              <a:rPr lang="en-GB" err="1">
                <a:effectLst/>
              </a:rPr>
              <a:t>Curabitur</a:t>
            </a:r>
            <a:r>
              <a:rPr lang="en-GB">
                <a:effectLst/>
              </a:rPr>
              <a:t> </a:t>
            </a:r>
            <a:r>
              <a:rPr lang="en-GB" err="1">
                <a:effectLst/>
              </a:rPr>
              <a:t>tincid</a:t>
            </a:r>
            <a:r>
              <a:rPr lang="en-GB">
                <a:effectLst/>
              </a:rPr>
              <a:t>. </a:t>
            </a:r>
          </a:p>
          <a:p>
            <a:pPr lvl="0"/>
            <a:r>
              <a:rPr lang="en-GB" err="1">
                <a:effectLst/>
              </a:rPr>
              <a:t>Velit</a:t>
            </a:r>
            <a:r>
              <a:rPr lang="en-GB">
                <a:effectLst/>
              </a:rPr>
              <a:t> </a:t>
            </a:r>
            <a:r>
              <a:rPr lang="en-GB" err="1">
                <a:effectLst/>
              </a:rPr>
              <a:t>justo</a:t>
            </a:r>
            <a:r>
              <a:rPr lang="en-GB">
                <a:effectLst/>
              </a:rPr>
              <a:t> </a:t>
            </a:r>
            <a:r>
              <a:rPr lang="en-GB" err="1">
                <a:effectLst/>
              </a:rPr>
              <a:t>ultrices</a:t>
            </a:r>
            <a:r>
              <a:rPr lang="en-GB">
                <a:effectLst/>
              </a:rPr>
              <a:t> </a:t>
            </a:r>
            <a:r>
              <a:rPr lang="en-GB" err="1">
                <a:effectLst/>
              </a:rPr>
              <a:t>velit</a:t>
            </a:r>
            <a:r>
              <a:rPr lang="en-GB">
                <a:effectLst/>
              </a:rPr>
              <a:t>, sit </a:t>
            </a:r>
            <a:r>
              <a:rPr lang="en-GB" err="1">
                <a:effectLst/>
              </a:rPr>
              <a:t>amet</a:t>
            </a:r>
            <a:r>
              <a:rPr lang="en-GB">
                <a:effectLst/>
              </a:rPr>
              <a:t> </a:t>
            </a:r>
            <a:r>
              <a:rPr lang="en-GB" err="1">
                <a:effectLst/>
              </a:rPr>
              <a:t>finibus</a:t>
            </a:r>
            <a:r>
              <a:rPr lang="en-GB">
                <a:effectLst/>
              </a:rPr>
              <a:t> </a:t>
            </a:r>
            <a:r>
              <a:rPr lang="en-GB" err="1">
                <a:effectLst/>
              </a:rPr>
              <a:t>tortor</a:t>
            </a:r>
            <a:r>
              <a:rPr lang="en-GB">
                <a:effectLst/>
              </a:rPr>
              <a:t> </a:t>
            </a:r>
            <a:r>
              <a:rPr lang="en-GB" err="1">
                <a:effectLst/>
              </a:rPr>
              <a:t>elit</a:t>
            </a:r>
            <a:r>
              <a:rPr lang="en-GB">
                <a:effectLst/>
              </a:rPr>
              <a:t> sit </a:t>
            </a:r>
            <a:r>
              <a:rPr lang="en-GB" err="1">
                <a:effectLst/>
              </a:rPr>
              <a:t>amet</a:t>
            </a:r>
            <a:r>
              <a:rPr lang="en-GB">
                <a:effectLst/>
              </a:rPr>
              <a:t> </a:t>
            </a:r>
            <a:r>
              <a:rPr lang="en-GB" err="1">
                <a:effectLst/>
              </a:rPr>
              <a:t>augue</a:t>
            </a:r>
            <a:r>
              <a:rPr lang="en-GB">
                <a:effectLst/>
              </a:rPr>
              <a:t>. </a:t>
            </a:r>
            <a:r>
              <a:rPr lang="en-GB" err="1">
                <a:effectLst/>
              </a:rPr>
              <a:t>Quisque</a:t>
            </a:r>
            <a:r>
              <a:rPr lang="en-GB">
                <a:effectLst/>
              </a:rPr>
              <a:t> </a:t>
            </a:r>
            <a:r>
              <a:rPr lang="en-GB" err="1">
                <a:effectLst/>
              </a:rPr>
              <a:t>euismod</a:t>
            </a:r>
            <a:r>
              <a:rPr lang="en-GB">
                <a:effectLst/>
              </a:rPr>
              <a:t> auctor nisi, et </a:t>
            </a:r>
            <a:r>
              <a:rPr lang="en-GB" err="1">
                <a:effectLst/>
              </a:rPr>
              <a:t>tristique</a:t>
            </a:r>
            <a:r>
              <a:rPr lang="en-GB">
                <a:effectLst/>
              </a:rPr>
              <a:t> </a:t>
            </a:r>
            <a:r>
              <a:rPr lang="en-GB" err="1">
                <a:effectLst/>
              </a:rPr>
              <a:t>elit</a:t>
            </a:r>
            <a:r>
              <a:rPr lang="en-GB">
                <a:effectLst/>
              </a:rPr>
              <a:t> cursus vitae. </a:t>
            </a:r>
            <a:r>
              <a:rPr lang="en-GB" err="1">
                <a:effectLst/>
              </a:rPr>
              <a:t>Nulla</a:t>
            </a:r>
            <a:r>
              <a:rPr lang="en-GB">
                <a:effectLst/>
              </a:rPr>
              <a:t> </a:t>
            </a:r>
            <a:r>
              <a:rPr lang="en-GB" err="1">
                <a:effectLst/>
              </a:rPr>
              <a:t>facilisi</a:t>
            </a:r>
            <a:r>
              <a:rPr lang="en-GB">
                <a:effectLst/>
              </a:rPr>
              <a:t>. </a:t>
            </a:r>
            <a:endParaRPr lang="en-GB"/>
          </a:p>
        </p:txBody>
      </p:sp>
      <p:sp>
        <p:nvSpPr>
          <p:cNvPr id="9" name="Slide Number Placeholder 14">
            <a:extLst>
              <a:ext uri="{FF2B5EF4-FFF2-40B4-BE49-F238E27FC236}">
                <a16:creationId xmlns:a16="http://schemas.microsoft.com/office/drawing/2014/main" id="{341BF005-F903-11D4-6C87-E29CE2F2DE74}"/>
              </a:ext>
            </a:extLst>
          </p:cNvPr>
          <p:cNvSpPr>
            <a:spLocks noGrp="1"/>
          </p:cNvSpPr>
          <p:nvPr>
            <p:ph type="sldNum" sz="quarter" idx="4"/>
          </p:nvPr>
        </p:nvSpPr>
        <p:spPr>
          <a:xfrm>
            <a:off x="8610600" y="6176963"/>
            <a:ext cx="2743200" cy="365125"/>
          </a:xfrm>
          <a:prstGeom prst="rect">
            <a:avLst/>
          </a:prstGeom>
        </p:spPr>
        <p:txBody>
          <a:bodyPr vert="horz" lIns="91440" tIns="45720" rIns="91440" bIns="45720" rtlCol="0" anchor="ctr"/>
          <a:lstStyle>
            <a:lvl1pPr algn="r">
              <a:defRPr sz="1200" b="1" i="0">
                <a:solidFill>
                  <a:schemeClr val="tx1"/>
                </a:solidFill>
                <a:latin typeface="Arial" panose="020B0604020202020204" pitchFamily="34" charset="0"/>
                <a:cs typeface="Arial" panose="020B0604020202020204" pitchFamily="34" charset="0"/>
              </a:defRPr>
            </a:lvl1pPr>
          </a:lstStyle>
          <a:p>
            <a:fld id="{10390E37-E81B-D94E-8F4C-F7866DC26FF5}" type="slidenum">
              <a:rPr lang="en-US" smtClean="0"/>
              <a:pPr/>
              <a:t>‹#›</a:t>
            </a:fld>
            <a:endParaRPr lang="en-US" dirty="0"/>
          </a:p>
        </p:txBody>
      </p:sp>
    </p:spTree>
    <p:extLst>
      <p:ext uri="{BB962C8B-B14F-4D97-AF65-F5344CB8AC3E}">
        <p14:creationId xmlns:p14="http://schemas.microsoft.com/office/powerpoint/2010/main" val="1870141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96EF01-5704-4466-6369-6BEBFD6D73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77AF55-16A8-2519-1E27-F917A7CAB1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Subheading</a:t>
            </a:r>
          </a:p>
        </p:txBody>
      </p:sp>
      <p:pic>
        <p:nvPicPr>
          <p:cNvPr id="5" name="Picture 4">
            <a:extLst>
              <a:ext uri="{FF2B5EF4-FFF2-40B4-BE49-F238E27FC236}">
                <a16:creationId xmlns:a16="http://schemas.microsoft.com/office/drawing/2014/main" id="{7F10C2ED-582C-7DEA-FFF0-044A9E078165}"/>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0" y="6771143"/>
            <a:ext cx="12192000" cy="86857"/>
          </a:xfrm>
          <a:prstGeom prst="rect">
            <a:avLst/>
          </a:prstGeom>
        </p:spPr>
      </p:pic>
    </p:spTree>
    <p:extLst>
      <p:ext uri="{BB962C8B-B14F-4D97-AF65-F5344CB8AC3E}">
        <p14:creationId xmlns:p14="http://schemas.microsoft.com/office/powerpoint/2010/main" val="4047033814"/>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86" r:id="rId3"/>
    <p:sldLayoutId id="2147483687" r:id="rId4"/>
  </p:sldLayoutIdLst>
  <p:hf hdr="0" ftr="0" dt="0"/>
  <p:txStyles>
    <p:titleStyle>
      <a:lvl1pPr algn="l" defTabSz="914400" rtl="0" eaLnBrk="1" latinLnBrk="0" hangingPunct="1">
        <a:lnSpc>
          <a:spcPts val="5400"/>
        </a:lnSpc>
        <a:spcBef>
          <a:spcPct val="0"/>
        </a:spcBef>
        <a:buNone/>
        <a:defRPr sz="5800" b="1" i="0" kern="1200" spc="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ts val="2860"/>
        </a:lnSpc>
        <a:spcBef>
          <a:spcPts val="1000"/>
        </a:spcBef>
        <a:buFont typeface="Arial" panose="020B0604020202020204" pitchFamily="34" charset="0"/>
        <a:buChar char="•"/>
        <a:defRPr sz="2800" b="1" i="0" kern="1200" spc="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96EF01-5704-4466-6369-6BEBFD6D73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77AF55-16A8-2519-1E27-F917A7CAB1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Subheading</a:t>
            </a:r>
          </a:p>
        </p:txBody>
      </p:sp>
      <p:pic>
        <p:nvPicPr>
          <p:cNvPr id="4" name="Picture 3">
            <a:extLst>
              <a:ext uri="{FF2B5EF4-FFF2-40B4-BE49-F238E27FC236}">
                <a16:creationId xmlns:a16="http://schemas.microsoft.com/office/drawing/2014/main" id="{FE6329B7-E0A2-898D-79A5-11439A1599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71143"/>
            <a:ext cx="12192000" cy="86857"/>
          </a:xfrm>
          <a:prstGeom prst="rect">
            <a:avLst/>
          </a:prstGeom>
        </p:spPr>
      </p:pic>
    </p:spTree>
    <p:extLst>
      <p:ext uri="{BB962C8B-B14F-4D97-AF65-F5344CB8AC3E}">
        <p14:creationId xmlns:p14="http://schemas.microsoft.com/office/powerpoint/2010/main" val="451939189"/>
      </p:ext>
    </p:extLst>
  </p:cSld>
  <p:clrMap bg1="lt1" tx1="dk1" bg2="lt2" tx2="dk2" accent1="accent1" accent2="accent2" accent3="accent3" accent4="accent4" accent5="accent5" accent6="accent6" hlink="hlink" folHlink="folHlink"/>
  <p:sldLayoutIdLst>
    <p:sldLayoutId id="2147483685" r:id="rId1"/>
  </p:sldLayoutIdLst>
  <p:hf hdr="0" ftr="0" dt="0"/>
  <p:txStyles>
    <p:titleStyle>
      <a:lvl1pPr algn="l" defTabSz="914400" rtl="0" eaLnBrk="1" latinLnBrk="0" hangingPunct="1">
        <a:lnSpc>
          <a:spcPts val="5400"/>
        </a:lnSpc>
        <a:spcBef>
          <a:spcPct val="0"/>
        </a:spcBef>
        <a:buNone/>
        <a:defRPr sz="5800" b="1" i="0" kern="1200" spc="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ts val="2860"/>
        </a:lnSpc>
        <a:spcBef>
          <a:spcPts val="1000"/>
        </a:spcBef>
        <a:buFont typeface="Arial" panose="020B0604020202020204" pitchFamily="34" charset="0"/>
        <a:buChar char="•"/>
        <a:defRPr sz="2800" b="1" i="0" kern="1200" spc="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96EF01-5704-4466-6369-6BEBFD6D73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77AF55-16A8-2519-1E27-F917A7CAB1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Subheading</a:t>
            </a:r>
          </a:p>
        </p:txBody>
      </p:sp>
    </p:spTree>
    <p:extLst>
      <p:ext uri="{BB962C8B-B14F-4D97-AF65-F5344CB8AC3E}">
        <p14:creationId xmlns:p14="http://schemas.microsoft.com/office/powerpoint/2010/main" val="2349696289"/>
      </p:ext>
    </p:extLst>
  </p:cSld>
  <p:clrMap bg1="lt1" tx1="dk1" bg2="lt2" tx2="dk2" accent1="accent1" accent2="accent2" accent3="accent3" accent4="accent4" accent5="accent5" accent6="accent6" hlink="hlink" folHlink="folHlink"/>
  <p:sldLayoutIdLst>
    <p:sldLayoutId id="2147483682" r:id="rId1"/>
    <p:sldLayoutId id="2147483683" r:id="rId2"/>
  </p:sldLayoutIdLst>
  <p:hf hdr="0" ftr="0" dt="0"/>
  <p:txStyles>
    <p:titleStyle>
      <a:lvl1pPr algn="l" defTabSz="914400" rtl="0" eaLnBrk="1" latinLnBrk="0" hangingPunct="1">
        <a:lnSpc>
          <a:spcPts val="5400"/>
        </a:lnSpc>
        <a:spcBef>
          <a:spcPct val="0"/>
        </a:spcBef>
        <a:buNone/>
        <a:defRPr sz="4800" b="1" i="0" kern="1200" spc="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ts val="2860"/>
        </a:lnSpc>
        <a:spcBef>
          <a:spcPts val="1000"/>
        </a:spcBef>
        <a:buFont typeface="Arial" panose="020B0604020202020204" pitchFamily="34" charset="0"/>
        <a:buChar char="•"/>
        <a:defRPr sz="2800" b="1" i="0" kern="1200" spc="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96EF01-5704-4466-6369-6BEBFD6D73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77AF55-16A8-2519-1E27-F917A7CAB1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Subheading</a:t>
            </a:r>
          </a:p>
        </p:txBody>
      </p:sp>
      <p:sp>
        <p:nvSpPr>
          <p:cNvPr id="15" name="Slide Number Placeholder 14">
            <a:extLst>
              <a:ext uri="{FF2B5EF4-FFF2-40B4-BE49-F238E27FC236}">
                <a16:creationId xmlns:a16="http://schemas.microsoft.com/office/drawing/2014/main" id="{70F289E1-C4C9-4053-14FE-BB4AECBCF714}"/>
              </a:ext>
            </a:extLst>
          </p:cNvPr>
          <p:cNvSpPr>
            <a:spLocks noGrp="1"/>
          </p:cNvSpPr>
          <p:nvPr>
            <p:ph type="sldNum" sz="quarter" idx="4"/>
          </p:nvPr>
        </p:nvSpPr>
        <p:spPr>
          <a:xfrm>
            <a:off x="8610600" y="6176963"/>
            <a:ext cx="2743200" cy="365125"/>
          </a:xfrm>
          <a:prstGeom prst="rect">
            <a:avLst/>
          </a:prstGeom>
        </p:spPr>
        <p:txBody>
          <a:bodyPr vert="horz" lIns="91440" tIns="45720" rIns="91440" bIns="45720" rtlCol="0" anchor="ctr"/>
          <a:lstStyle>
            <a:lvl1pPr algn="r">
              <a:defRPr sz="1200" b="1" i="0">
                <a:solidFill>
                  <a:schemeClr val="tx1"/>
                </a:solidFill>
                <a:latin typeface="Arial" panose="020B0604020202020204" pitchFamily="34" charset="0"/>
                <a:cs typeface="Arial" panose="020B0604020202020204" pitchFamily="34" charset="0"/>
              </a:defRPr>
            </a:lvl1pPr>
          </a:lstStyle>
          <a:p>
            <a:fld id="{10390E37-E81B-D94E-8F4C-F7866DC26FF5}" type="slidenum">
              <a:rPr lang="en-US" smtClean="0"/>
              <a:pPr/>
              <a:t>‹#›</a:t>
            </a:fld>
            <a:endParaRPr lang="en-US" dirty="0"/>
          </a:p>
        </p:txBody>
      </p:sp>
      <p:pic>
        <p:nvPicPr>
          <p:cNvPr id="4" name="Picture 3">
            <a:extLst>
              <a:ext uri="{FF2B5EF4-FFF2-40B4-BE49-F238E27FC236}">
                <a16:creationId xmlns:a16="http://schemas.microsoft.com/office/drawing/2014/main" id="{E1ED5F20-B499-D1E6-534C-7C652A13ADCD}"/>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0" y="6771143"/>
            <a:ext cx="12192000" cy="86857"/>
          </a:xfrm>
          <a:prstGeom prst="rect">
            <a:avLst/>
          </a:prstGeom>
        </p:spPr>
      </p:pic>
    </p:spTree>
    <p:extLst>
      <p:ext uri="{BB962C8B-B14F-4D97-AF65-F5344CB8AC3E}">
        <p14:creationId xmlns:p14="http://schemas.microsoft.com/office/powerpoint/2010/main" val="780920053"/>
      </p:ext>
    </p:extLst>
  </p:cSld>
  <p:clrMap bg1="lt1" tx1="dk1" bg2="lt2" tx2="dk2" accent1="accent1" accent2="accent2" accent3="accent3" accent4="accent4" accent5="accent5" accent6="accent6" hlink="hlink" folHlink="folHlink"/>
  <p:sldLayoutIdLst>
    <p:sldLayoutId id="2147483648" r:id="rId1"/>
    <p:sldLayoutId id="2147483653" r:id="rId2"/>
    <p:sldLayoutId id="2147483654" r:id="rId3"/>
    <p:sldLayoutId id="2147483651" r:id="rId4"/>
    <p:sldLayoutId id="2147483650" r:id="rId5"/>
    <p:sldLayoutId id="2147483652" r:id="rId6"/>
    <p:sldLayoutId id="2147483649" r:id="rId7"/>
  </p:sldLayoutIdLst>
  <p:hf hdr="0" ftr="0" dt="0"/>
  <p:txStyles>
    <p:titleStyle>
      <a:lvl1pPr algn="l" defTabSz="914400" rtl="0" eaLnBrk="1" latinLnBrk="0" hangingPunct="1">
        <a:lnSpc>
          <a:spcPts val="4500"/>
        </a:lnSpc>
        <a:spcBef>
          <a:spcPct val="0"/>
        </a:spcBef>
        <a:buNone/>
        <a:defRPr sz="4500" b="1" i="0" kern="1200" spc="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ts val="2700"/>
        </a:lnSpc>
        <a:spcBef>
          <a:spcPts val="1000"/>
        </a:spcBef>
        <a:spcAft>
          <a:spcPts val="1400"/>
        </a:spcAft>
        <a:buFont typeface="Arial" panose="020B0604020202020204" pitchFamily="34" charset="0"/>
        <a:buChar char="•"/>
        <a:defRPr sz="1800" b="0" i="0" kern="1200" spc="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7062B8A3-4DB5-4086-A0A3-D0813F13958A}"/>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l="12230" r="12230"/>
          <a:stretch>
            <a:fillRect/>
          </a:stretch>
        </p:blipFill>
        <p:spPr>
          <a:xfrm>
            <a:off x="6682733" y="1935117"/>
            <a:ext cx="5509267" cy="4850216"/>
          </a:xfrm>
        </p:spPr>
      </p:pic>
      <p:sp>
        <p:nvSpPr>
          <p:cNvPr id="2" name="Title 1">
            <a:extLst>
              <a:ext uri="{FF2B5EF4-FFF2-40B4-BE49-F238E27FC236}">
                <a16:creationId xmlns:a16="http://schemas.microsoft.com/office/drawing/2014/main" id="{185C8B1E-DE02-7DF6-229B-B571CDB5094D}"/>
              </a:ext>
            </a:extLst>
          </p:cNvPr>
          <p:cNvSpPr>
            <a:spLocks noGrp="1"/>
          </p:cNvSpPr>
          <p:nvPr>
            <p:ph type="ctrTitle"/>
          </p:nvPr>
        </p:nvSpPr>
        <p:spPr>
          <a:xfrm>
            <a:off x="791549" y="2491980"/>
            <a:ext cx="6893106" cy="1677243"/>
          </a:xfrm>
        </p:spPr>
        <p:txBody>
          <a:bodyPr>
            <a:normAutofit fontScale="90000"/>
          </a:bodyPr>
          <a:lstStyle/>
          <a:p>
            <a:r>
              <a:rPr lang="en-US" dirty="0"/>
              <a:t>LSOA Neighbourhood Clustering</a:t>
            </a:r>
          </a:p>
        </p:txBody>
      </p:sp>
      <p:sp>
        <p:nvSpPr>
          <p:cNvPr id="3" name="Subtitle 2">
            <a:extLst>
              <a:ext uri="{FF2B5EF4-FFF2-40B4-BE49-F238E27FC236}">
                <a16:creationId xmlns:a16="http://schemas.microsoft.com/office/drawing/2014/main" id="{5F7CDCE7-A2CA-0CA9-6007-66251EBB1F0F}"/>
              </a:ext>
            </a:extLst>
          </p:cNvPr>
          <p:cNvSpPr>
            <a:spLocks noGrp="1"/>
          </p:cNvSpPr>
          <p:nvPr>
            <p:ph type="subTitle" idx="1"/>
          </p:nvPr>
        </p:nvSpPr>
        <p:spPr>
          <a:xfrm>
            <a:off x="791548" y="5032785"/>
            <a:ext cx="5026321" cy="1417176"/>
          </a:xfrm>
        </p:spPr>
        <p:txBody>
          <a:bodyPr/>
          <a:lstStyle/>
          <a:p>
            <a:r>
              <a:rPr lang="en-US" sz="1800" dirty="0"/>
              <a:t>PHM &amp; Insights Team</a:t>
            </a:r>
          </a:p>
          <a:p>
            <a:r>
              <a:rPr lang="en-US" sz="1800" b="0" dirty="0"/>
              <a:t>Anne Summerell, Sarah Hollier, Fiona Thrupp</a:t>
            </a:r>
          </a:p>
          <a:p>
            <a:endParaRPr lang="en-US" sz="1800" dirty="0"/>
          </a:p>
        </p:txBody>
      </p:sp>
    </p:spTree>
    <p:extLst>
      <p:ext uri="{BB962C8B-B14F-4D97-AF65-F5344CB8AC3E}">
        <p14:creationId xmlns:p14="http://schemas.microsoft.com/office/powerpoint/2010/main" val="742242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91220-5695-CC04-46ED-73CDEE3A9C63}"/>
              </a:ext>
            </a:extLst>
          </p:cNvPr>
          <p:cNvSpPr>
            <a:spLocks noGrp="1"/>
          </p:cNvSpPr>
          <p:nvPr>
            <p:ph type="title"/>
          </p:nvPr>
        </p:nvSpPr>
        <p:spPr/>
        <p:txBody>
          <a:bodyPr>
            <a:normAutofit/>
          </a:bodyPr>
          <a:lstStyle/>
          <a:p>
            <a:r>
              <a:rPr lang="en-US" sz="4500" dirty="0"/>
              <a:t>Introduction</a:t>
            </a:r>
          </a:p>
        </p:txBody>
      </p:sp>
      <p:sp>
        <p:nvSpPr>
          <p:cNvPr id="3" name="Text Placeholder 2">
            <a:extLst>
              <a:ext uri="{FF2B5EF4-FFF2-40B4-BE49-F238E27FC236}">
                <a16:creationId xmlns:a16="http://schemas.microsoft.com/office/drawing/2014/main" id="{A9F7EAA3-22B4-FB1E-8787-576C4853B423}"/>
              </a:ext>
            </a:extLst>
          </p:cNvPr>
          <p:cNvSpPr>
            <a:spLocks noGrp="1"/>
          </p:cNvSpPr>
          <p:nvPr>
            <p:ph type="body" sz="quarter" idx="10"/>
          </p:nvPr>
        </p:nvSpPr>
        <p:spPr>
          <a:xfrm>
            <a:off x="763695" y="2009853"/>
            <a:ext cx="6082874" cy="3877839"/>
          </a:xfrm>
        </p:spPr>
        <p:txBody>
          <a:bodyPr/>
          <a:lstStyle/>
          <a:p>
            <a:pPr>
              <a:lnSpc>
                <a:spcPct val="100000"/>
              </a:lnSpc>
              <a:spcBef>
                <a:spcPts val="3000"/>
              </a:spcBef>
            </a:pPr>
            <a:r>
              <a:rPr lang="en-GB" b="0" dirty="0"/>
              <a:t>Using the registered and resident BNSSG population and a machine learning clustering technique, the PHM team developed 26 proposed neighbourhoods across BNSSG, each serving around 50,000 people to inform consultation and local planning</a:t>
            </a:r>
            <a:endParaRPr lang="en-US" b="0" dirty="0"/>
          </a:p>
        </p:txBody>
      </p:sp>
      <p:pic>
        <p:nvPicPr>
          <p:cNvPr id="6" name="Picture Placeholder 5" descr="A person holding a baby&#10;&#10;Description automatically generated">
            <a:extLst>
              <a:ext uri="{FF2B5EF4-FFF2-40B4-BE49-F238E27FC236}">
                <a16:creationId xmlns:a16="http://schemas.microsoft.com/office/drawing/2014/main" id="{1CB3B2E7-BEC3-4441-1D3D-BA0AD1EFBAB1}"/>
              </a:ext>
            </a:extLst>
          </p:cNvPr>
          <p:cNvPicPr>
            <a:picLocks noGrp="1" noChangeAspect="1"/>
          </p:cNvPicPr>
          <p:nvPr>
            <p:ph type="pic" sz="quarter" idx="11"/>
          </p:nvPr>
        </p:nvPicPr>
        <p:blipFill rotWithShape="1">
          <a:blip r:embed="rId3" cstate="email">
            <a:extLst>
              <a:ext uri="{28A0092B-C50C-407E-A947-70E740481C1C}">
                <a14:useLocalDpi xmlns:a14="http://schemas.microsoft.com/office/drawing/2010/main"/>
              </a:ext>
            </a:extLst>
          </a:blip>
          <a:srcRect l="-640" t="192" r="36620" b="-192"/>
          <a:stretch/>
        </p:blipFill>
        <p:spPr>
          <a:xfrm>
            <a:off x="6749622" y="1113167"/>
            <a:ext cx="5446103" cy="5671213"/>
          </a:xfrm>
        </p:spPr>
      </p:pic>
      <p:sp>
        <p:nvSpPr>
          <p:cNvPr id="5" name="TextBox 4">
            <a:extLst>
              <a:ext uri="{FF2B5EF4-FFF2-40B4-BE49-F238E27FC236}">
                <a16:creationId xmlns:a16="http://schemas.microsoft.com/office/drawing/2014/main" id="{394325A9-96EB-AFAB-FDB9-9F9CBC1C847F}"/>
              </a:ext>
            </a:extLst>
          </p:cNvPr>
          <p:cNvSpPr txBox="1"/>
          <p:nvPr/>
        </p:nvSpPr>
        <p:spPr>
          <a:xfrm>
            <a:off x="122873" y="6323542"/>
            <a:ext cx="6097904" cy="369332"/>
          </a:xfrm>
          <a:prstGeom prst="rect">
            <a:avLst/>
          </a:prstGeom>
          <a:noFill/>
        </p:spPr>
        <p:txBody>
          <a:bodyPr wrap="square">
            <a:spAutoFit/>
          </a:bodyPr>
          <a:lstStyle/>
          <a:p>
            <a:r>
              <a:rPr lang="en-GB" dirty="0">
                <a:solidFill>
                  <a:schemeClr val="accent1"/>
                </a:solidFill>
              </a:rPr>
              <a:t>Population as of Sept 2025</a:t>
            </a:r>
          </a:p>
        </p:txBody>
      </p:sp>
    </p:spTree>
    <p:extLst>
      <p:ext uri="{BB962C8B-B14F-4D97-AF65-F5344CB8AC3E}">
        <p14:creationId xmlns:p14="http://schemas.microsoft.com/office/powerpoint/2010/main" val="4051366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14B58-F277-FF61-7E91-5185A394F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C4EA9-FC86-07BE-B5F1-6AFC31EF1009}"/>
              </a:ext>
            </a:extLst>
          </p:cNvPr>
          <p:cNvSpPr>
            <a:spLocks noGrp="1"/>
          </p:cNvSpPr>
          <p:nvPr>
            <p:ph type="title"/>
          </p:nvPr>
        </p:nvSpPr>
        <p:spPr>
          <a:xfrm>
            <a:off x="125731" y="83574"/>
            <a:ext cx="11955780" cy="1325563"/>
          </a:xfrm>
        </p:spPr>
        <p:txBody>
          <a:bodyPr>
            <a:noAutofit/>
          </a:bodyPr>
          <a:lstStyle/>
          <a:p>
            <a:pPr lvl="0"/>
            <a:r>
              <a:rPr lang="en-GB" sz="3600" dirty="0"/>
              <a:t>Methodology</a:t>
            </a:r>
          </a:p>
        </p:txBody>
      </p:sp>
      <p:sp>
        <p:nvSpPr>
          <p:cNvPr id="4" name="Slide Number Placeholder 3">
            <a:extLst>
              <a:ext uri="{FF2B5EF4-FFF2-40B4-BE49-F238E27FC236}">
                <a16:creationId xmlns:a16="http://schemas.microsoft.com/office/drawing/2014/main" id="{6AE6936A-A5D7-ECAB-209C-91F44A0B5C51}"/>
              </a:ext>
            </a:extLst>
          </p:cNvPr>
          <p:cNvSpPr>
            <a:spLocks noGrp="1"/>
          </p:cNvSpPr>
          <p:nvPr>
            <p:ph type="sldNum" sz="quarter" idx="4"/>
          </p:nvPr>
        </p:nvSpPr>
        <p:spPr/>
        <p:txBody>
          <a:bodyPr/>
          <a:lstStyle/>
          <a:p>
            <a:fld id="{10390E37-E81B-D94E-8F4C-F7866DC26FF5}" type="slidenum">
              <a:rPr lang="en-US" smtClean="0"/>
              <a:pPr/>
              <a:t>3</a:t>
            </a:fld>
            <a:endParaRPr lang="en-US" dirty="0"/>
          </a:p>
        </p:txBody>
      </p:sp>
      <p:sp>
        <p:nvSpPr>
          <p:cNvPr id="7" name="TextBox 6">
            <a:extLst>
              <a:ext uri="{FF2B5EF4-FFF2-40B4-BE49-F238E27FC236}">
                <a16:creationId xmlns:a16="http://schemas.microsoft.com/office/drawing/2014/main" id="{5C26DD82-A1C0-5BB5-678C-77E3CEDAA2C4}"/>
              </a:ext>
            </a:extLst>
          </p:cNvPr>
          <p:cNvSpPr txBox="1"/>
          <p:nvPr/>
        </p:nvSpPr>
        <p:spPr>
          <a:xfrm>
            <a:off x="199084" y="1973112"/>
            <a:ext cx="11539526" cy="2862322"/>
          </a:xfrm>
          <a:prstGeom prst="rect">
            <a:avLst/>
          </a:prstGeom>
          <a:noFill/>
        </p:spPr>
        <p:txBody>
          <a:bodyPr wrap="square">
            <a:spAutoFit/>
          </a:bodyPr>
          <a:lstStyle/>
          <a:p>
            <a:r>
              <a:rPr lang="en-GB" sz="1800" dirty="0">
                <a:solidFill>
                  <a:schemeClr val="accent1"/>
                </a:solidFill>
              </a:rPr>
              <a:t>Neighbourhood boundaries were created by clustering 581 Lower Super Output Areas (LSOAs), which are standard geographic units commonly used in NHS and local government planning. Clusters were designed to respect Locality Partnership boundaries, remain geographically contiguous, and achieve populations close to the target size.</a:t>
            </a:r>
          </a:p>
          <a:p>
            <a:endParaRPr lang="en-GB" sz="1800" dirty="0">
              <a:solidFill>
                <a:schemeClr val="accent1"/>
              </a:solidFill>
            </a:endParaRPr>
          </a:p>
          <a:p>
            <a:r>
              <a:rPr lang="en-GB" sz="1800" dirty="0">
                <a:solidFill>
                  <a:schemeClr val="accent1"/>
                </a:solidFill>
              </a:rPr>
              <a:t>An unsupervised machine learning method (k‑means clustering) was used to group LSOAs based on geographic location, population age structure, and key socioeconomic characteristics derived from Acorn data. The approach was applied separately within each locality to maintain place boundaries. The resulting neighbourhoods were largely contiguous, with only a very small number of manual adjustments (9 LSOAs) were made to address local outliers.</a:t>
            </a:r>
            <a:endParaRPr lang="en-GB" b="0" i="0" dirty="0">
              <a:solidFill>
                <a:schemeClr val="accent1"/>
              </a:solidFill>
              <a:effectLst/>
              <a:latin typeface="Arial" panose="020B0604020202020204" pitchFamily="34" charset="0"/>
            </a:endParaRPr>
          </a:p>
        </p:txBody>
      </p:sp>
    </p:spTree>
    <p:extLst>
      <p:ext uri="{BB962C8B-B14F-4D97-AF65-F5344CB8AC3E}">
        <p14:creationId xmlns:p14="http://schemas.microsoft.com/office/powerpoint/2010/main" val="3404375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A5E4E-3B05-7EC5-9600-AD1BE81C1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3ABCF-E217-3C0D-FF3D-C40F913E198F}"/>
              </a:ext>
            </a:extLst>
          </p:cNvPr>
          <p:cNvSpPr>
            <a:spLocks noGrp="1"/>
          </p:cNvSpPr>
          <p:nvPr>
            <p:ph type="title"/>
          </p:nvPr>
        </p:nvSpPr>
        <p:spPr>
          <a:xfrm>
            <a:off x="583779" y="162365"/>
            <a:ext cx="10770022" cy="1325563"/>
          </a:xfrm>
        </p:spPr>
        <p:txBody>
          <a:bodyPr>
            <a:noAutofit/>
          </a:bodyPr>
          <a:lstStyle/>
          <a:p>
            <a:pPr>
              <a:lnSpc>
                <a:spcPct val="100000"/>
              </a:lnSpc>
              <a:spcBef>
                <a:spcPts val="0"/>
              </a:spcBef>
            </a:pPr>
            <a:r>
              <a:rPr lang="en-GB" dirty="0"/>
              <a:t>Inner City &amp; East Clusters</a:t>
            </a:r>
          </a:p>
        </p:txBody>
      </p:sp>
      <p:sp>
        <p:nvSpPr>
          <p:cNvPr id="4" name="Slide Number Placeholder 3">
            <a:extLst>
              <a:ext uri="{FF2B5EF4-FFF2-40B4-BE49-F238E27FC236}">
                <a16:creationId xmlns:a16="http://schemas.microsoft.com/office/drawing/2014/main" id="{E669E56D-8045-82AB-6874-E032F19D0103}"/>
              </a:ext>
            </a:extLst>
          </p:cNvPr>
          <p:cNvSpPr>
            <a:spLocks noGrp="1"/>
          </p:cNvSpPr>
          <p:nvPr>
            <p:ph type="sldNum" sz="quarter" idx="4"/>
          </p:nvPr>
        </p:nvSpPr>
        <p:spPr/>
        <p:txBody>
          <a:bodyPr/>
          <a:lstStyle/>
          <a:p>
            <a:fld id="{10390E37-E81B-D94E-8F4C-F7866DC26FF5}" type="slidenum">
              <a:rPr lang="en-US" smtClean="0"/>
              <a:pPr/>
              <a:t>4</a:t>
            </a:fld>
            <a:endParaRPr lang="en-US" dirty="0"/>
          </a:p>
        </p:txBody>
      </p:sp>
      <p:pic>
        <p:nvPicPr>
          <p:cNvPr id="5" name="Picture 4">
            <a:extLst>
              <a:ext uri="{FF2B5EF4-FFF2-40B4-BE49-F238E27FC236}">
                <a16:creationId xmlns:a16="http://schemas.microsoft.com/office/drawing/2014/main" id="{557F282B-4ADF-6459-0F4C-582ABF18E257}"/>
              </a:ext>
            </a:extLst>
          </p:cNvPr>
          <p:cNvPicPr>
            <a:picLocks noChangeAspect="1"/>
          </p:cNvPicPr>
          <p:nvPr/>
        </p:nvPicPr>
        <p:blipFill>
          <a:blip r:embed="rId3"/>
          <a:stretch>
            <a:fillRect/>
          </a:stretch>
        </p:blipFill>
        <p:spPr>
          <a:xfrm>
            <a:off x="1849193" y="1384027"/>
            <a:ext cx="7603418" cy="5311608"/>
          </a:xfrm>
          <a:prstGeom prst="rect">
            <a:avLst/>
          </a:prstGeom>
        </p:spPr>
      </p:pic>
    </p:spTree>
    <p:extLst>
      <p:ext uri="{BB962C8B-B14F-4D97-AF65-F5344CB8AC3E}">
        <p14:creationId xmlns:p14="http://schemas.microsoft.com/office/powerpoint/2010/main" val="4157229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C7818-7AEA-8911-42B0-C3FF316DE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5A5A0-2505-19AD-A0D2-CD830890165D}"/>
              </a:ext>
            </a:extLst>
          </p:cNvPr>
          <p:cNvSpPr>
            <a:spLocks noGrp="1"/>
          </p:cNvSpPr>
          <p:nvPr>
            <p:ph type="title"/>
          </p:nvPr>
        </p:nvSpPr>
        <p:spPr>
          <a:xfrm>
            <a:off x="185924" y="162365"/>
            <a:ext cx="11792715" cy="1325563"/>
          </a:xfrm>
        </p:spPr>
        <p:txBody>
          <a:bodyPr>
            <a:noAutofit/>
          </a:bodyPr>
          <a:lstStyle/>
          <a:p>
            <a:pPr>
              <a:lnSpc>
                <a:spcPct val="100000"/>
              </a:lnSpc>
              <a:spcBef>
                <a:spcPts val="0"/>
              </a:spcBef>
            </a:pPr>
            <a:r>
              <a:rPr lang="en-GB" dirty="0"/>
              <a:t>South Bristol Cluster Summary</a:t>
            </a:r>
          </a:p>
        </p:txBody>
      </p:sp>
      <p:sp>
        <p:nvSpPr>
          <p:cNvPr id="4" name="Slide Number Placeholder 3">
            <a:extLst>
              <a:ext uri="{FF2B5EF4-FFF2-40B4-BE49-F238E27FC236}">
                <a16:creationId xmlns:a16="http://schemas.microsoft.com/office/drawing/2014/main" id="{CD7E00A1-0CCC-2DA0-CC01-248E37F9CB7C}"/>
              </a:ext>
            </a:extLst>
          </p:cNvPr>
          <p:cNvSpPr>
            <a:spLocks noGrp="1"/>
          </p:cNvSpPr>
          <p:nvPr>
            <p:ph type="sldNum" sz="quarter" idx="4"/>
          </p:nvPr>
        </p:nvSpPr>
        <p:spPr/>
        <p:txBody>
          <a:bodyPr/>
          <a:lstStyle/>
          <a:p>
            <a:fld id="{10390E37-E81B-D94E-8F4C-F7866DC26FF5}" type="slidenum">
              <a:rPr lang="en-US" smtClean="0"/>
              <a:pPr/>
              <a:t>5</a:t>
            </a:fld>
            <a:endParaRPr lang="en-US" dirty="0"/>
          </a:p>
        </p:txBody>
      </p:sp>
      <p:pic>
        <p:nvPicPr>
          <p:cNvPr id="5" name="Picture 4">
            <a:extLst>
              <a:ext uri="{FF2B5EF4-FFF2-40B4-BE49-F238E27FC236}">
                <a16:creationId xmlns:a16="http://schemas.microsoft.com/office/drawing/2014/main" id="{C270EDCC-4E11-9C1A-6A59-650BDF906423}"/>
              </a:ext>
            </a:extLst>
          </p:cNvPr>
          <p:cNvPicPr>
            <a:picLocks noChangeAspect="1"/>
          </p:cNvPicPr>
          <p:nvPr/>
        </p:nvPicPr>
        <p:blipFill>
          <a:blip r:embed="rId3"/>
          <a:stretch>
            <a:fillRect/>
          </a:stretch>
        </p:blipFill>
        <p:spPr>
          <a:xfrm>
            <a:off x="608834" y="2009577"/>
            <a:ext cx="10974332" cy="2838846"/>
          </a:xfrm>
          <a:prstGeom prst="rect">
            <a:avLst/>
          </a:prstGeom>
        </p:spPr>
      </p:pic>
    </p:spTree>
    <p:extLst>
      <p:ext uri="{BB962C8B-B14F-4D97-AF65-F5344CB8AC3E}">
        <p14:creationId xmlns:p14="http://schemas.microsoft.com/office/powerpoint/2010/main" val="961744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AE10B-02A1-4EF3-238E-DE4BF141C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AF050-990F-0D6F-DE1A-AC7AB84D1C4F}"/>
              </a:ext>
            </a:extLst>
          </p:cNvPr>
          <p:cNvSpPr>
            <a:spLocks noGrp="1"/>
          </p:cNvSpPr>
          <p:nvPr>
            <p:ph type="title"/>
          </p:nvPr>
        </p:nvSpPr>
        <p:spPr>
          <a:xfrm>
            <a:off x="583779" y="162365"/>
            <a:ext cx="10770022" cy="1325563"/>
          </a:xfrm>
        </p:spPr>
        <p:txBody>
          <a:bodyPr>
            <a:noAutofit/>
          </a:bodyPr>
          <a:lstStyle/>
          <a:p>
            <a:pPr>
              <a:lnSpc>
                <a:spcPct val="100000"/>
              </a:lnSpc>
              <a:spcBef>
                <a:spcPts val="0"/>
              </a:spcBef>
            </a:pPr>
            <a:r>
              <a:rPr lang="en-GB" dirty="0"/>
              <a:t>South Bristol Clusters</a:t>
            </a:r>
          </a:p>
        </p:txBody>
      </p:sp>
      <p:sp>
        <p:nvSpPr>
          <p:cNvPr id="4" name="Slide Number Placeholder 3">
            <a:extLst>
              <a:ext uri="{FF2B5EF4-FFF2-40B4-BE49-F238E27FC236}">
                <a16:creationId xmlns:a16="http://schemas.microsoft.com/office/drawing/2014/main" id="{5C2C0515-8E9B-085B-E7C5-547B097EFD25}"/>
              </a:ext>
            </a:extLst>
          </p:cNvPr>
          <p:cNvSpPr>
            <a:spLocks noGrp="1"/>
          </p:cNvSpPr>
          <p:nvPr>
            <p:ph type="sldNum" sz="quarter" idx="4"/>
          </p:nvPr>
        </p:nvSpPr>
        <p:spPr/>
        <p:txBody>
          <a:bodyPr/>
          <a:lstStyle/>
          <a:p>
            <a:fld id="{10390E37-E81B-D94E-8F4C-F7866DC26FF5}" type="slidenum">
              <a:rPr lang="en-US" smtClean="0"/>
              <a:pPr/>
              <a:t>6</a:t>
            </a:fld>
            <a:endParaRPr lang="en-US" dirty="0"/>
          </a:p>
        </p:txBody>
      </p:sp>
      <p:pic>
        <p:nvPicPr>
          <p:cNvPr id="6" name="Picture 5">
            <a:extLst>
              <a:ext uri="{FF2B5EF4-FFF2-40B4-BE49-F238E27FC236}">
                <a16:creationId xmlns:a16="http://schemas.microsoft.com/office/drawing/2014/main" id="{F05A0A39-9B2B-F089-A0A0-AA7725996451}"/>
              </a:ext>
            </a:extLst>
          </p:cNvPr>
          <p:cNvPicPr>
            <a:picLocks noChangeAspect="1"/>
          </p:cNvPicPr>
          <p:nvPr/>
        </p:nvPicPr>
        <p:blipFill>
          <a:blip r:embed="rId3"/>
          <a:stretch>
            <a:fillRect/>
          </a:stretch>
        </p:blipFill>
        <p:spPr>
          <a:xfrm>
            <a:off x="2085531" y="1494377"/>
            <a:ext cx="8296719" cy="5047711"/>
          </a:xfrm>
          <a:prstGeom prst="rect">
            <a:avLst/>
          </a:prstGeom>
        </p:spPr>
      </p:pic>
    </p:spTree>
    <p:extLst>
      <p:ext uri="{BB962C8B-B14F-4D97-AF65-F5344CB8AC3E}">
        <p14:creationId xmlns:p14="http://schemas.microsoft.com/office/powerpoint/2010/main" val="3112528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A8C8F-F684-C354-5D46-E23F736C41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AEE70D-DD27-76AE-77A4-8583CDBAF040}"/>
              </a:ext>
            </a:extLst>
          </p:cNvPr>
          <p:cNvSpPr>
            <a:spLocks noGrp="1"/>
          </p:cNvSpPr>
          <p:nvPr>
            <p:ph type="title"/>
          </p:nvPr>
        </p:nvSpPr>
        <p:spPr>
          <a:xfrm>
            <a:off x="185924" y="162365"/>
            <a:ext cx="11792715" cy="1325563"/>
          </a:xfrm>
        </p:spPr>
        <p:txBody>
          <a:bodyPr>
            <a:noAutofit/>
          </a:bodyPr>
          <a:lstStyle/>
          <a:p>
            <a:pPr>
              <a:lnSpc>
                <a:spcPct val="100000"/>
              </a:lnSpc>
              <a:spcBef>
                <a:spcPts val="0"/>
              </a:spcBef>
            </a:pPr>
            <a:r>
              <a:rPr lang="en-GB" dirty="0"/>
              <a:t>South Bristol Cluster Summary</a:t>
            </a:r>
          </a:p>
        </p:txBody>
      </p:sp>
      <p:sp>
        <p:nvSpPr>
          <p:cNvPr id="4" name="Slide Number Placeholder 3">
            <a:extLst>
              <a:ext uri="{FF2B5EF4-FFF2-40B4-BE49-F238E27FC236}">
                <a16:creationId xmlns:a16="http://schemas.microsoft.com/office/drawing/2014/main" id="{3CC88393-C366-BD1F-E74B-28DE0001591E}"/>
              </a:ext>
            </a:extLst>
          </p:cNvPr>
          <p:cNvSpPr>
            <a:spLocks noGrp="1"/>
          </p:cNvSpPr>
          <p:nvPr>
            <p:ph type="sldNum" sz="quarter" idx="4"/>
          </p:nvPr>
        </p:nvSpPr>
        <p:spPr/>
        <p:txBody>
          <a:bodyPr/>
          <a:lstStyle/>
          <a:p>
            <a:fld id="{10390E37-E81B-D94E-8F4C-F7866DC26FF5}" type="slidenum">
              <a:rPr lang="en-US" smtClean="0"/>
              <a:pPr/>
              <a:t>7</a:t>
            </a:fld>
            <a:endParaRPr lang="en-US" dirty="0"/>
          </a:p>
        </p:txBody>
      </p:sp>
      <p:grpSp>
        <p:nvGrpSpPr>
          <p:cNvPr id="8" name="Group 7">
            <a:extLst>
              <a:ext uri="{FF2B5EF4-FFF2-40B4-BE49-F238E27FC236}">
                <a16:creationId xmlns:a16="http://schemas.microsoft.com/office/drawing/2014/main" id="{CFAE7C4A-A383-B15D-C9B8-785E81E0B601}"/>
              </a:ext>
            </a:extLst>
          </p:cNvPr>
          <p:cNvGrpSpPr/>
          <p:nvPr/>
        </p:nvGrpSpPr>
        <p:grpSpPr>
          <a:xfrm>
            <a:off x="604071" y="1913181"/>
            <a:ext cx="10983858" cy="2915162"/>
            <a:chOff x="604071" y="1913181"/>
            <a:chExt cx="10983858" cy="2915162"/>
          </a:xfrm>
        </p:grpSpPr>
        <p:pic>
          <p:nvPicPr>
            <p:cNvPr id="14" name="Picture 13">
              <a:extLst>
                <a:ext uri="{FF2B5EF4-FFF2-40B4-BE49-F238E27FC236}">
                  <a16:creationId xmlns:a16="http://schemas.microsoft.com/office/drawing/2014/main" id="{D93144DA-982E-5716-96EE-A1589827AB20}"/>
                </a:ext>
              </a:extLst>
            </p:cNvPr>
            <p:cNvPicPr>
              <a:picLocks noChangeAspect="1"/>
            </p:cNvPicPr>
            <p:nvPr/>
          </p:nvPicPr>
          <p:blipFill>
            <a:blip r:embed="rId3"/>
            <a:stretch>
              <a:fillRect/>
            </a:stretch>
          </p:blipFill>
          <p:spPr>
            <a:xfrm>
              <a:off x="604071" y="1913181"/>
              <a:ext cx="10983858" cy="1105054"/>
            </a:xfrm>
            <a:prstGeom prst="rect">
              <a:avLst/>
            </a:prstGeom>
          </p:spPr>
        </p:pic>
        <p:pic>
          <p:nvPicPr>
            <p:cNvPr id="7" name="Picture 6">
              <a:extLst>
                <a:ext uri="{FF2B5EF4-FFF2-40B4-BE49-F238E27FC236}">
                  <a16:creationId xmlns:a16="http://schemas.microsoft.com/office/drawing/2014/main" id="{70388C30-D6D2-9D7E-2362-6A845AF53ABE}"/>
                </a:ext>
              </a:extLst>
            </p:cNvPr>
            <p:cNvPicPr>
              <a:picLocks noChangeAspect="1"/>
            </p:cNvPicPr>
            <p:nvPr/>
          </p:nvPicPr>
          <p:blipFill>
            <a:blip r:embed="rId4"/>
            <a:stretch>
              <a:fillRect/>
            </a:stretch>
          </p:blipFill>
          <p:spPr>
            <a:xfrm>
              <a:off x="661229" y="3104077"/>
              <a:ext cx="10926700" cy="1724266"/>
            </a:xfrm>
            <a:prstGeom prst="rect">
              <a:avLst/>
            </a:prstGeom>
          </p:spPr>
        </p:pic>
      </p:grpSp>
    </p:spTree>
    <p:extLst>
      <p:ext uri="{BB962C8B-B14F-4D97-AF65-F5344CB8AC3E}">
        <p14:creationId xmlns:p14="http://schemas.microsoft.com/office/powerpoint/2010/main" val="2655215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B3341-F038-0A95-AB95-E4E66E0A86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81D008-31E7-07DE-98F5-94A00D06D1A1}"/>
              </a:ext>
            </a:extLst>
          </p:cNvPr>
          <p:cNvSpPr>
            <a:spLocks noGrp="1"/>
          </p:cNvSpPr>
          <p:nvPr>
            <p:ph type="title"/>
          </p:nvPr>
        </p:nvSpPr>
        <p:spPr>
          <a:xfrm>
            <a:off x="583779" y="162365"/>
            <a:ext cx="10770022" cy="1325563"/>
          </a:xfrm>
        </p:spPr>
        <p:txBody>
          <a:bodyPr>
            <a:noAutofit/>
          </a:bodyPr>
          <a:lstStyle/>
          <a:p>
            <a:pPr>
              <a:lnSpc>
                <a:spcPct val="100000"/>
              </a:lnSpc>
              <a:spcBef>
                <a:spcPts val="0"/>
              </a:spcBef>
            </a:pPr>
            <a:r>
              <a:rPr lang="en-GB" dirty="0"/>
              <a:t>North &amp; West Bristol Clusters</a:t>
            </a:r>
          </a:p>
        </p:txBody>
      </p:sp>
      <p:sp>
        <p:nvSpPr>
          <p:cNvPr id="4" name="Slide Number Placeholder 3">
            <a:extLst>
              <a:ext uri="{FF2B5EF4-FFF2-40B4-BE49-F238E27FC236}">
                <a16:creationId xmlns:a16="http://schemas.microsoft.com/office/drawing/2014/main" id="{24117AC1-E5CF-51EB-4D00-0E00AABA3D9D}"/>
              </a:ext>
            </a:extLst>
          </p:cNvPr>
          <p:cNvSpPr>
            <a:spLocks noGrp="1"/>
          </p:cNvSpPr>
          <p:nvPr>
            <p:ph type="sldNum" sz="quarter" idx="4"/>
          </p:nvPr>
        </p:nvSpPr>
        <p:spPr/>
        <p:txBody>
          <a:bodyPr/>
          <a:lstStyle/>
          <a:p>
            <a:fld id="{10390E37-E81B-D94E-8F4C-F7866DC26FF5}" type="slidenum">
              <a:rPr lang="en-US" smtClean="0"/>
              <a:pPr/>
              <a:t>8</a:t>
            </a:fld>
            <a:endParaRPr lang="en-US" dirty="0"/>
          </a:p>
        </p:txBody>
      </p:sp>
      <p:pic>
        <p:nvPicPr>
          <p:cNvPr id="5" name="Picture 4">
            <a:extLst>
              <a:ext uri="{FF2B5EF4-FFF2-40B4-BE49-F238E27FC236}">
                <a16:creationId xmlns:a16="http://schemas.microsoft.com/office/drawing/2014/main" id="{44B4D10B-0BBB-F581-8D0E-0CC8EA9E610C}"/>
              </a:ext>
            </a:extLst>
          </p:cNvPr>
          <p:cNvPicPr>
            <a:picLocks noChangeAspect="1"/>
          </p:cNvPicPr>
          <p:nvPr/>
        </p:nvPicPr>
        <p:blipFill>
          <a:blip r:embed="rId3"/>
          <a:stretch>
            <a:fillRect/>
          </a:stretch>
        </p:blipFill>
        <p:spPr>
          <a:xfrm>
            <a:off x="1869153" y="1323237"/>
            <a:ext cx="7914927" cy="5372398"/>
          </a:xfrm>
          <a:prstGeom prst="rect">
            <a:avLst/>
          </a:prstGeom>
        </p:spPr>
      </p:pic>
    </p:spTree>
    <p:extLst>
      <p:ext uri="{BB962C8B-B14F-4D97-AF65-F5344CB8AC3E}">
        <p14:creationId xmlns:p14="http://schemas.microsoft.com/office/powerpoint/2010/main" val="298103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C4ABA-BBC8-B133-0E85-0479EFF0B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B4CA6-C6DA-1FFF-1719-590A19C3EE43}"/>
              </a:ext>
            </a:extLst>
          </p:cNvPr>
          <p:cNvSpPr>
            <a:spLocks noGrp="1"/>
          </p:cNvSpPr>
          <p:nvPr>
            <p:ph type="title"/>
          </p:nvPr>
        </p:nvSpPr>
        <p:spPr>
          <a:xfrm>
            <a:off x="185924" y="162365"/>
            <a:ext cx="11792715" cy="1325563"/>
          </a:xfrm>
        </p:spPr>
        <p:txBody>
          <a:bodyPr>
            <a:noAutofit/>
          </a:bodyPr>
          <a:lstStyle/>
          <a:p>
            <a:pPr>
              <a:lnSpc>
                <a:spcPct val="100000"/>
              </a:lnSpc>
              <a:spcBef>
                <a:spcPts val="0"/>
              </a:spcBef>
            </a:pPr>
            <a:r>
              <a:rPr lang="en-GB" dirty="0"/>
              <a:t>North &amp; West Bristol Cluster Summary</a:t>
            </a:r>
          </a:p>
        </p:txBody>
      </p:sp>
      <p:sp>
        <p:nvSpPr>
          <p:cNvPr id="4" name="Slide Number Placeholder 3">
            <a:extLst>
              <a:ext uri="{FF2B5EF4-FFF2-40B4-BE49-F238E27FC236}">
                <a16:creationId xmlns:a16="http://schemas.microsoft.com/office/drawing/2014/main" id="{526A7F5C-A7DF-FFED-C109-372D057F1932}"/>
              </a:ext>
            </a:extLst>
          </p:cNvPr>
          <p:cNvSpPr>
            <a:spLocks noGrp="1"/>
          </p:cNvSpPr>
          <p:nvPr>
            <p:ph type="sldNum" sz="quarter" idx="4"/>
          </p:nvPr>
        </p:nvSpPr>
        <p:spPr/>
        <p:txBody>
          <a:bodyPr/>
          <a:lstStyle/>
          <a:p>
            <a:fld id="{10390E37-E81B-D94E-8F4C-F7866DC26FF5}" type="slidenum">
              <a:rPr lang="en-US" smtClean="0"/>
              <a:pPr/>
              <a:t>9</a:t>
            </a:fld>
            <a:endParaRPr lang="en-US" dirty="0"/>
          </a:p>
        </p:txBody>
      </p:sp>
      <p:grpSp>
        <p:nvGrpSpPr>
          <p:cNvPr id="6" name="Group 5">
            <a:extLst>
              <a:ext uri="{FF2B5EF4-FFF2-40B4-BE49-F238E27FC236}">
                <a16:creationId xmlns:a16="http://schemas.microsoft.com/office/drawing/2014/main" id="{3694F0A6-DDDA-3FDD-3676-A374D600BF2D}"/>
              </a:ext>
            </a:extLst>
          </p:cNvPr>
          <p:cNvGrpSpPr/>
          <p:nvPr/>
        </p:nvGrpSpPr>
        <p:grpSpPr>
          <a:xfrm>
            <a:off x="585589" y="1913181"/>
            <a:ext cx="11002340" cy="3117102"/>
            <a:chOff x="585589" y="1913181"/>
            <a:chExt cx="11002340" cy="3117102"/>
          </a:xfrm>
        </p:grpSpPr>
        <p:pic>
          <p:nvPicPr>
            <p:cNvPr id="14" name="Picture 13">
              <a:extLst>
                <a:ext uri="{FF2B5EF4-FFF2-40B4-BE49-F238E27FC236}">
                  <a16:creationId xmlns:a16="http://schemas.microsoft.com/office/drawing/2014/main" id="{869C526B-0553-260F-1CA9-F962BD2CC002}"/>
                </a:ext>
              </a:extLst>
            </p:cNvPr>
            <p:cNvPicPr>
              <a:picLocks noChangeAspect="1"/>
            </p:cNvPicPr>
            <p:nvPr/>
          </p:nvPicPr>
          <p:blipFill>
            <a:blip r:embed="rId3"/>
            <a:stretch>
              <a:fillRect/>
            </a:stretch>
          </p:blipFill>
          <p:spPr>
            <a:xfrm>
              <a:off x="604071" y="1913181"/>
              <a:ext cx="10983858" cy="1105054"/>
            </a:xfrm>
            <a:prstGeom prst="rect">
              <a:avLst/>
            </a:prstGeom>
          </p:spPr>
        </p:pic>
        <p:pic>
          <p:nvPicPr>
            <p:cNvPr id="5" name="Picture 4">
              <a:extLst>
                <a:ext uri="{FF2B5EF4-FFF2-40B4-BE49-F238E27FC236}">
                  <a16:creationId xmlns:a16="http://schemas.microsoft.com/office/drawing/2014/main" id="{8630E421-4B16-23C3-5333-B5932FCA98B8}"/>
                </a:ext>
              </a:extLst>
            </p:cNvPr>
            <p:cNvPicPr>
              <a:picLocks noChangeAspect="1"/>
            </p:cNvPicPr>
            <p:nvPr/>
          </p:nvPicPr>
          <p:blipFill>
            <a:blip r:embed="rId4"/>
            <a:stretch>
              <a:fillRect/>
            </a:stretch>
          </p:blipFill>
          <p:spPr>
            <a:xfrm>
              <a:off x="585589" y="3153596"/>
              <a:ext cx="10993384" cy="1876687"/>
            </a:xfrm>
            <a:prstGeom prst="rect">
              <a:avLst/>
            </a:prstGeom>
          </p:spPr>
        </p:pic>
      </p:grpSp>
    </p:spTree>
    <p:extLst>
      <p:ext uri="{BB962C8B-B14F-4D97-AF65-F5344CB8AC3E}">
        <p14:creationId xmlns:p14="http://schemas.microsoft.com/office/powerpoint/2010/main" val="3806270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2E733-2C60-7FCE-0070-11644160B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7A65D-E539-125B-DDEF-00EA80808884}"/>
              </a:ext>
            </a:extLst>
          </p:cNvPr>
          <p:cNvSpPr>
            <a:spLocks noGrp="1"/>
          </p:cNvSpPr>
          <p:nvPr>
            <p:ph type="title"/>
          </p:nvPr>
        </p:nvSpPr>
        <p:spPr>
          <a:xfrm>
            <a:off x="583779" y="162365"/>
            <a:ext cx="10770022" cy="1325563"/>
          </a:xfrm>
        </p:spPr>
        <p:txBody>
          <a:bodyPr>
            <a:noAutofit/>
          </a:bodyPr>
          <a:lstStyle/>
          <a:p>
            <a:pPr>
              <a:lnSpc>
                <a:spcPct val="100000"/>
              </a:lnSpc>
              <a:spcBef>
                <a:spcPts val="0"/>
              </a:spcBef>
            </a:pPr>
            <a:r>
              <a:rPr lang="en-GB" dirty="0"/>
              <a:t>Woodspring Clusters</a:t>
            </a:r>
          </a:p>
        </p:txBody>
      </p:sp>
      <p:sp>
        <p:nvSpPr>
          <p:cNvPr id="4" name="Slide Number Placeholder 3">
            <a:extLst>
              <a:ext uri="{FF2B5EF4-FFF2-40B4-BE49-F238E27FC236}">
                <a16:creationId xmlns:a16="http://schemas.microsoft.com/office/drawing/2014/main" id="{8AC3E99C-9F49-AB7E-AA28-79F5FF827623}"/>
              </a:ext>
            </a:extLst>
          </p:cNvPr>
          <p:cNvSpPr>
            <a:spLocks noGrp="1"/>
          </p:cNvSpPr>
          <p:nvPr>
            <p:ph type="sldNum" sz="quarter" idx="4"/>
          </p:nvPr>
        </p:nvSpPr>
        <p:spPr/>
        <p:txBody>
          <a:bodyPr/>
          <a:lstStyle/>
          <a:p>
            <a:fld id="{10390E37-E81B-D94E-8F4C-F7866DC26FF5}" type="slidenum">
              <a:rPr lang="en-US" smtClean="0"/>
              <a:pPr/>
              <a:t>10</a:t>
            </a:fld>
            <a:endParaRPr lang="en-US" dirty="0"/>
          </a:p>
        </p:txBody>
      </p:sp>
      <p:pic>
        <p:nvPicPr>
          <p:cNvPr id="6" name="Picture 5">
            <a:extLst>
              <a:ext uri="{FF2B5EF4-FFF2-40B4-BE49-F238E27FC236}">
                <a16:creationId xmlns:a16="http://schemas.microsoft.com/office/drawing/2014/main" id="{C0AC6B0B-8DB6-0793-6E51-215C7ABF45EB}"/>
              </a:ext>
            </a:extLst>
          </p:cNvPr>
          <p:cNvPicPr>
            <a:picLocks noChangeAspect="1"/>
          </p:cNvPicPr>
          <p:nvPr/>
        </p:nvPicPr>
        <p:blipFill>
          <a:blip r:embed="rId3"/>
          <a:stretch>
            <a:fillRect/>
          </a:stretch>
        </p:blipFill>
        <p:spPr>
          <a:xfrm>
            <a:off x="2174030" y="1279557"/>
            <a:ext cx="7589520" cy="5416078"/>
          </a:xfrm>
          <a:prstGeom prst="rect">
            <a:avLst/>
          </a:prstGeom>
        </p:spPr>
      </p:pic>
    </p:spTree>
    <p:extLst>
      <p:ext uri="{BB962C8B-B14F-4D97-AF65-F5344CB8AC3E}">
        <p14:creationId xmlns:p14="http://schemas.microsoft.com/office/powerpoint/2010/main" val="3757195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A8791-3598-9C50-777C-53231C2CB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3A988-CE65-A2EE-D246-ABC5727BB167}"/>
              </a:ext>
            </a:extLst>
          </p:cNvPr>
          <p:cNvSpPr>
            <a:spLocks noGrp="1"/>
          </p:cNvSpPr>
          <p:nvPr>
            <p:ph type="title"/>
          </p:nvPr>
        </p:nvSpPr>
        <p:spPr>
          <a:xfrm>
            <a:off x="185924" y="162365"/>
            <a:ext cx="11792715" cy="1325563"/>
          </a:xfrm>
        </p:spPr>
        <p:txBody>
          <a:bodyPr>
            <a:noAutofit/>
          </a:bodyPr>
          <a:lstStyle/>
          <a:p>
            <a:pPr>
              <a:lnSpc>
                <a:spcPct val="100000"/>
              </a:lnSpc>
              <a:spcBef>
                <a:spcPts val="0"/>
              </a:spcBef>
            </a:pPr>
            <a:r>
              <a:rPr lang="en-GB" dirty="0"/>
              <a:t>Woodspring Cluster Summary</a:t>
            </a:r>
          </a:p>
        </p:txBody>
      </p:sp>
      <p:sp>
        <p:nvSpPr>
          <p:cNvPr id="4" name="Slide Number Placeholder 3">
            <a:extLst>
              <a:ext uri="{FF2B5EF4-FFF2-40B4-BE49-F238E27FC236}">
                <a16:creationId xmlns:a16="http://schemas.microsoft.com/office/drawing/2014/main" id="{1F5B7842-90E0-CF8A-FC6B-D188A5A3A7D3}"/>
              </a:ext>
            </a:extLst>
          </p:cNvPr>
          <p:cNvSpPr>
            <a:spLocks noGrp="1"/>
          </p:cNvSpPr>
          <p:nvPr>
            <p:ph type="sldNum" sz="quarter" idx="4"/>
          </p:nvPr>
        </p:nvSpPr>
        <p:spPr/>
        <p:txBody>
          <a:bodyPr/>
          <a:lstStyle/>
          <a:p>
            <a:fld id="{10390E37-E81B-D94E-8F4C-F7866DC26FF5}" type="slidenum">
              <a:rPr lang="en-US" smtClean="0"/>
              <a:pPr/>
              <a:t>11</a:t>
            </a:fld>
            <a:endParaRPr lang="en-US" dirty="0"/>
          </a:p>
        </p:txBody>
      </p:sp>
      <p:grpSp>
        <p:nvGrpSpPr>
          <p:cNvPr id="8" name="Group 7">
            <a:extLst>
              <a:ext uri="{FF2B5EF4-FFF2-40B4-BE49-F238E27FC236}">
                <a16:creationId xmlns:a16="http://schemas.microsoft.com/office/drawing/2014/main" id="{A239AE13-2820-ADAB-E0A3-6737D6D7B8F0}"/>
              </a:ext>
            </a:extLst>
          </p:cNvPr>
          <p:cNvGrpSpPr/>
          <p:nvPr/>
        </p:nvGrpSpPr>
        <p:grpSpPr>
          <a:xfrm>
            <a:off x="604071" y="1913181"/>
            <a:ext cx="10983858" cy="2354096"/>
            <a:chOff x="604071" y="1913181"/>
            <a:chExt cx="10983858" cy="2354096"/>
          </a:xfrm>
        </p:grpSpPr>
        <p:pic>
          <p:nvPicPr>
            <p:cNvPr id="14" name="Picture 13">
              <a:extLst>
                <a:ext uri="{FF2B5EF4-FFF2-40B4-BE49-F238E27FC236}">
                  <a16:creationId xmlns:a16="http://schemas.microsoft.com/office/drawing/2014/main" id="{D83ED5B2-C9E6-7144-9E2F-9E2809FD5486}"/>
                </a:ext>
              </a:extLst>
            </p:cNvPr>
            <p:cNvPicPr>
              <a:picLocks noChangeAspect="1"/>
            </p:cNvPicPr>
            <p:nvPr/>
          </p:nvPicPr>
          <p:blipFill>
            <a:blip r:embed="rId3"/>
            <a:stretch>
              <a:fillRect/>
            </a:stretch>
          </p:blipFill>
          <p:spPr>
            <a:xfrm>
              <a:off x="604071" y="1913181"/>
              <a:ext cx="10983858" cy="1105054"/>
            </a:xfrm>
            <a:prstGeom prst="rect">
              <a:avLst/>
            </a:prstGeom>
          </p:spPr>
        </p:pic>
        <p:pic>
          <p:nvPicPr>
            <p:cNvPr id="7" name="Picture 6">
              <a:extLst>
                <a:ext uri="{FF2B5EF4-FFF2-40B4-BE49-F238E27FC236}">
                  <a16:creationId xmlns:a16="http://schemas.microsoft.com/office/drawing/2014/main" id="{60C86B00-44BD-3028-483F-B563A1ECA27B}"/>
                </a:ext>
              </a:extLst>
            </p:cNvPr>
            <p:cNvPicPr>
              <a:picLocks noChangeAspect="1"/>
            </p:cNvPicPr>
            <p:nvPr/>
          </p:nvPicPr>
          <p:blipFill>
            <a:blip r:embed="rId4"/>
            <a:stretch>
              <a:fillRect/>
            </a:stretch>
          </p:blipFill>
          <p:spPr>
            <a:xfrm>
              <a:off x="632650" y="3162223"/>
              <a:ext cx="10955279" cy="1105054"/>
            </a:xfrm>
            <a:prstGeom prst="rect">
              <a:avLst/>
            </a:prstGeom>
          </p:spPr>
        </p:pic>
      </p:grpSp>
    </p:spTree>
    <p:extLst>
      <p:ext uri="{BB962C8B-B14F-4D97-AF65-F5344CB8AC3E}">
        <p14:creationId xmlns:p14="http://schemas.microsoft.com/office/powerpoint/2010/main" val="4192276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6AB3E-1136-41BE-BDF0-5AB93E377F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B8E09-DEBB-FE80-E52D-24B2AF3661D8}"/>
              </a:ext>
            </a:extLst>
          </p:cNvPr>
          <p:cNvSpPr>
            <a:spLocks noGrp="1"/>
          </p:cNvSpPr>
          <p:nvPr>
            <p:ph type="title"/>
          </p:nvPr>
        </p:nvSpPr>
        <p:spPr>
          <a:xfrm>
            <a:off x="583779" y="162365"/>
            <a:ext cx="10770022" cy="1325563"/>
          </a:xfrm>
        </p:spPr>
        <p:txBody>
          <a:bodyPr>
            <a:noAutofit/>
          </a:bodyPr>
          <a:lstStyle/>
          <a:p>
            <a:pPr>
              <a:lnSpc>
                <a:spcPct val="100000"/>
              </a:lnSpc>
              <a:spcBef>
                <a:spcPts val="0"/>
              </a:spcBef>
            </a:pPr>
            <a:r>
              <a:rPr lang="en-GB" dirty="0"/>
              <a:t>Weston Worle &amp; Villages Clusters</a:t>
            </a:r>
          </a:p>
        </p:txBody>
      </p:sp>
      <p:sp>
        <p:nvSpPr>
          <p:cNvPr id="4" name="Slide Number Placeholder 3">
            <a:extLst>
              <a:ext uri="{FF2B5EF4-FFF2-40B4-BE49-F238E27FC236}">
                <a16:creationId xmlns:a16="http://schemas.microsoft.com/office/drawing/2014/main" id="{B8CD42F5-CEB9-9B9E-F115-F33DA992C8A4}"/>
              </a:ext>
            </a:extLst>
          </p:cNvPr>
          <p:cNvSpPr>
            <a:spLocks noGrp="1"/>
          </p:cNvSpPr>
          <p:nvPr>
            <p:ph type="sldNum" sz="quarter" idx="4"/>
          </p:nvPr>
        </p:nvSpPr>
        <p:spPr/>
        <p:txBody>
          <a:bodyPr/>
          <a:lstStyle/>
          <a:p>
            <a:fld id="{10390E37-E81B-D94E-8F4C-F7866DC26FF5}" type="slidenum">
              <a:rPr lang="en-US" smtClean="0"/>
              <a:pPr/>
              <a:t>12</a:t>
            </a:fld>
            <a:endParaRPr lang="en-US" dirty="0"/>
          </a:p>
        </p:txBody>
      </p:sp>
      <p:pic>
        <p:nvPicPr>
          <p:cNvPr id="6" name="Picture 5">
            <a:extLst>
              <a:ext uri="{FF2B5EF4-FFF2-40B4-BE49-F238E27FC236}">
                <a16:creationId xmlns:a16="http://schemas.microsoft.com/office/drawing/2014/main" id="{78993959-E806-5BC9-4771-45D7D32A8191}"/>
              </a:ext>
            </a:extLst>
          </p:cNvPr>
          <p:cNvPicPr>
            <a:picLocks noChangeAspect="1"/>
          </p:cNvPicPr>
          <p:nvPr/>
        </p:nvPicPr>
        <p:blipFill>
          <a:blip r:embed="rId3"/>
          <a:stretch>
            <a:fillRect/>
          </a:stretch>
        </p:blipFill>
        <p:spPr>
          <a:xfrm>
            <a:off x="1748790" y="1375728"/>
            <a:ext cx="8075151" cy="5166360"/>
          </a:xfrm>
          <a:prstGeom prst="rect">
            <a:avLst/>
          </a:prstGeom>
        </p:spPr>
      </p:pic>
    </p:spTree>
    <p:extLst>
      <p:ext uri="{BB962C8B-B14F-4D97-AF65-F5344CB8AC3E}">
        <p14:creationId xmlns:p14="http://schemas.microsoft.com/office/powerpoint/2010/main" val="1410228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5CFE5-DEE9-199E-2CC9-6C483DC13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8ADAF1-EA6E-FB52-90DE-DA7ACFE57355}"/>
              </a:ext>
            </a:extLst>
          </p:cNvPr>
          <p:cNvSpPr>
            <a:spLocks noGrp="1"/>
          </p:cNvSpPr>
          <p:nvPr>
            <p:ph type="title"/>
          </p:nvPr>
        </p:nvSpPr>
        <p:spPr>
          <a:xfrm>
            <a:off x="185924" y="162365"/>
            <a:ext cx="11792715" cy="1325563"/>
          </a:xfrm>
        </p:spPr>
        <p:txBody>
          <a:bodyPr>
            <a:noAutofit/>
          </a:bodyPr>
          <a:lstStyle/>
          <a:p>
            <a:pPr>
              <a:lnSpc>
                <a:spcPct val="100000"/>
              </a:lnSpc>
              <a:spcBef>
                <a:spcPts val="0"/>
              </a:spcBef>
            </a:pPr>
            <a:r>
              <a:rPr lang="en-GB" dirty="0"/>
              <a:t>Weston Worle &amp; Villages Cluster Summary</a:t>
            </a:r>
          </a:p>
        </p:txBody>
      </p:sp>
      <p:sp>
        <p:nvSpPr>
          <p:cNvPr id="4" name="Slide Number Placeholder 3">
            <a:extLst>
              <a:ext uri="{FF2B5EF4-FFF2-40B4-BE49-F238E27FC236}">
                <a16:creationId xmlns:a16="http://schemas.microsoft.com/office/drawing/2014/main" id="{4C7BB3F5-5AF6-AA54-A374-B937D5797DD6}"/>
              </a:ext>
            </a:extLst>
          </p:cNvPr>
          <p:cNvSpPr>
            <a:spLocks noGrp="1"/>
          </p:cNvSpPr>
          <p:nvPr>
            <p:ph type="sldNum" sz="quarter" idx="4"/>
          </p:nvPr>
        </p:nvSpPr>
        <p:spPr/>
        <p:txBody>
          <a:bodyPr/>
          <a:lstStyle/>
          <a:p>
            <a:fld id="{10390E37-E81B-D94E-8F4C-F7866DC26FF5}" type="slidenum">
              <a:rPr lang="en-US" smtClean="0"/>
              <a:pPr/>
              <a:t>13</a:t>
            </a:fld>
            <a:endParaRPr lang="en-US" dirty="0"/>
          </a:p>
        </p:txBody>
      </p:sp>
      <p:grpSp>
        <p:nvGrpSpPr>
          <p:cNvPr id="6" name="Group 5">
            <a:extLst>
              <a:ext uri="{FF2B5EF4-FFF2-40B4-BE49-F238E27FC236}">
                <a16:creationId xmlns:a16="http://schemas.microsoft.com/office/drawing/2014/main" id="{BFE23B95-EA2F-3369-2CC9-40E46518A59A}"/>
              </a:ext>
            </a:extLst>
          </p:cNvPr>
          <p:cNvGrpSpPr/>
          <p:nvPr/>
        </p:nvGrpSpPr>
        <p:grpSpPr>
          <a:xfrm>
            <a:off x="604071" y="1913181"/>
            <a:ext cx="10993384" cy="2391108"/>
            <a:chOff x="604071" y="1913181"/>
            <a:chExt cx="10993384" cy="2391108"/>
          </a:xfrm>
        </p:grpSpPr>
        <p:pic>
          <p:nvPicPr>
            <p:cNvPr id="14" name="Picture 13">
              <a:extLst>
                <a:ext uri="{FF2B5EF4-FFF2-40B4-BE49-F238E27FC236}">
                  <a16:creationId xmlns:a16="http://schemas.microsoft.com/office/drawing/2014/main" id="{464541DB-9207-8780-84A7-5B18FB9272C7}"/>
                </a:ext>
              </a:extLst>
            </p:cNvPr>
            <p:cNvPicPr>
              <a:picLocks noChangeAspect="1"/>
            </p:cNvPicPr>
            <p:nvPr/>
          </p:nvPicPr>
          <p:blipFill>
            <a:blip r:embed="rId3"/>
            <a:stretch>
              <a:fillRect/>
            </a:stretch>
          </p:blipFill>
          <p:spPr>
            <a:xfrm>
              <a:off x="604071" y="1913181"/>
              <a:ext cx="10983858" cy="1105054"/>
            </a:xfrm>
            <a:prstGeom prst="rect">
              <a:avLst/>
            </a:prstGeom>
          </p:spPr>
        </p:pic>
        <p:pic>
          <p:nvPicPr>
            <p:cNvPr id="5" name="Picture 4">
              <a:extLst>
                <a:ext uri="{FF2B5EF4-FFF2-40B4-BE49-F238E27FC236}">
                  <a16:creationId xmlns:a16="http://schemas.microsoft.com/office/drawing/2014/main" id="{E6378732-8D79-D493-75A0-32C203345467}"/>
                </a:ext>
              </a:extLst>
            </p:cNvPr>
            <p:cNvPicPr>
              <a:picLocks noChangeAspect="1"/>
            </p:cNvPicPr>
            <p:nvPr/>
          </p:nvPicPr>
          <p:blipFill>
            <a:blip r:embed="rId4"/>
            <a:stretch>
              <a:fillRect/>
            </a:stretch>
          </p:blipFill>
          <p:spPr>
            <a:xfrm>
              <a:off x="604071" y="3018235"/>
              <a:ext cx="10993384" cy="1286054"/>
            </a:xfrm>
            <a:prstGeom prst="rect">
              <a:avLst/>
            </a:prstGeom>
          </p:spPr>
        </p:pic>
      </p:grpSp>
    </p:spTree>
    <p:extLst>
      <p:ext uri="{BB962C8B-B14F-4D97-AF65-F5344CB8AC3E}">
        <p14:creationId xmlns:p14="http://schemas.microsoft.com/office/powerpoint/2010/main" val="366180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002A5-166C-0070-B3A9-58A59AC26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6E9BE-CC89-B95C-479E-CF61F0B1D972}"/>
              </a:ext>
            </a:extLst>
          </p:cNvPr>
          <p:cNvSpPr>
            <a:spLocks noGrp="1"/>
          </p:cNvSpPr>
          <p:nvPr>
            <p:ph type="title"/>
          </p:nvPr>
        </p:nvSpPr>
        <p:spPr>
          <a:xfrm>
            <a:off x="583779" y="162365"/>
            <a:ext cx="10770022" cy="1325563"/>
          </a:xfrm>
        </p:spPr>
        <p:txBody>
          <a:bodyPr>
            <a:noAutofit/>
          </a:bodyPr>
          <a:lstStyle/>
          <a:p>
            <a:pPr>
              <a:lnSpc>
                <a:spcPct val="100000"/>
              </a:lnSpc>
              <a:spcBef>
                <a:spcPts val="0"/>
              </a:spcBef>
            </a:pPr>
            <a:r>
              <a:rPr lang="en-GB" dirty="0"/>
              <a:t>South Gloucestershire Clusters</a:t>
            </a:r>
          </a:p>
        </p:txBody>
      </p:sp>
      <p:sp>
        <p:nvSpPr>
          <p:cNvPr id="4" name="Slide Number Placeholder 3">
            <a:extLst>
              <a:ext uri="{FF2B5EF4-FFF2-40B4-BE49-F238E27FC236}">
                <a16:creationId xmlns:a16="http://schemas.microsoft.com/office/drawing/2014/main" id="{5C16D9F2-6868-27C5-B257-33D7BB59A0C7}"/>
              </a:ext>
            </a:extLst>
          </p:cNvPr>
          <p:cNvSpPr>
            <a:spLocks noGrp="1"/>
          </p:cNvSpPr>
          <p:nvPr>
            <p:ph type="sldNum" sz="quarter" idx="4"/>
          </p:nvPr>
        </p:nvSpPr>
        <p:spPr/>
        <p:txBody>
          <a:bodyPr/>
          <a:lstStyle/>
          <a:p>
            <a:fld id="{10390E37-E81B-D94E-8F4C-F7866DC26FF5}" type="slidenum">
              <a:rPr lang="en-US" smtClean="0"/>
              <a:pPr/>
              <a:t>14</a:t>
            </a:fld>
            <a:endParaRPr lang="en-US" dirty="0"/>
          </a:p>
        </p:txBody>
      </p:sp>
      <p:pic>
        <p:nvPicPr>
          <p:cNvPr id="6" name="Picture 5">
            <a:extLst>
              <a:ext uri="{FF2B5EF4-FFF2-40B4-BE49-F238E27FC236}">
                <a16:creationId xmlns:a16="http://schemas.microsoft.com/office/drawing/2014/main" id="{0C507E1C-8244-1BB8-E11F-381848AFCDF2}"/>
              </a:ext>
            </a:extLst>
          </p:cNvPr>
          <p:cNvPicPr>
            <a:picLocks noChangeAspect="1"/>
          </p:cNvPicPr>
          <p:nvPr/>
        </p:nvPicPr>
        <p:blipFill>
          <a:blip r:embed="rId3"/>
          <a:stretch>
            <a:fillRect/>
          </a:stretch>
        </p:blipFill>
        <p:spPr>
          <a:xfrm>
            <a:off x="1977390" y="1159909"/>
            <a:ext cx="7498080" cy="5535726"/>
          </a:xfrm>
          <a:prstGeom prst="rect">
            <a:avLst/>
          </a:prstGeom>
        </p:spPr>
      </p:pic>
    </p:spTree>
    <p:extLst>
      <p:ext uri="{BB962C8B-B14F-4D97-AF65-F5344CB8AC3E}">
        <p14:creationId xmlns:p14="http://schemas.microsoft.com/office/powerpoint/2010/main" val="3453034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41166-2166-7E85-AD8D-F3234AD117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83F5D-684F-2944-4260-DD69558CC57F}"/>
              </a:ext>
            </a:extLst>
          </p:cNvPr>
          <p:cNvSpPr>
            <a:spLocks noGrp="1"/>
          </p:cNvSpPr>
          <p:nvPr>
            <p:ph type="title"/>
          </p:nvPr>
        </p:nvSpPr>
        <p:spPr>
          <a:xfrm>
            <a:off x="185924" y="162365"/>
            <a:ext cx="11792715" cy="1325563"/>
          </a:xfrm>
        </p:spPr>
        <p:txBody>
          <a:bodyPr>
            <a:noAutofit/>
          </a:bodyPr>
          <a:lstStyle/>
          <a:p>
            <a:pPr>
              <a:lnSpc>
                <a:spcPct val="100000"/>
              </a:lnSpc>
              <a:spcBef>
                <a:spcPts val="0"/>
              </a:spcBef>
            </a:pPr>
            <a:r>
              <a:rPr lang="en-GB" dirty="0"/>
              <a:t>South Gloucestershire Cluster Summary</a:t>
            </a:r>
          </a:p>
        </p:txBody>
      </p:sp>
      <p:sp>
        <p:nvSpPr>
          <p:cNvPr id="4" name="Slide Number Placeholder 3">
            <a:extLst>
              <a:ext uri="{FF2B5EF4-FFF2-40B4-BE49-F238E27FC236}">
                <a16:creationId xmlns:a16="http://schemas.microsoft.com/office/drawing/2014/main" id="{2748F9F1-C36E-E7A1-FAEC-3D12A0BD0F07}"/>
              </a:ext>
            </a:extLst>
          </p:cNvPr>
          <p:cNvSpPr>
            <a:spLocks noGrp="1"/>
          </p:cNvSpPr>
          <p:nvPr>
            <p:ph type="sldNum" sz="quarter" idx="4"/>
          </p:nvPr>
        </p:nvSpPr>
        <p:spPr/>
        <p:txBody>
          <a:bodyPr/>
          <a:lstStyle/>
          <a:p>
            <a:fld id="{10390E37-E81B-D94E-8F4C-F7866DC26FF5}" type="slidenum">
              <a:rPr lang="en-US" smtClean="0"/>
              <a:pPr/>
              <a:t>15</a:t>
            </a:fld>
            <a:endParaRPr lang="en-US" dirty="0"/>
          </a:p>
        </p:txBody>
      </p:sp>
      <p:grpSp>
        <p:nvGrpSpPr>
          <p:cNvPr id="12" name="Group 11">
            <a:extLst>
              <a:ext uri="{FF2B5EF4-FFF2-40B4-BE49-F238E27FC236}">
                <a16:creationId xmlns:a16="http://schemas.microsoft.com/office/drawing/2014/main" id="{31866C83-EE59-4619-2E11-863612E75F43}"/>
              </a:ext>
            </a:extLst>
          </p:cNvPr>
          <p:cNvGrpSpPr/>
          <p:nvPr/>
        </p:nvGrpSpPr>
        <p:grpSpPr>
          <a:xfrm>
            <a:off x="604071" y="1913181"/>
            <a:ext cx="10983858" cy="4137830"/>
            <a:chOff x="185924" y="2484681"/>
            <a:chExt cx="10983858" cy="4137830"/>
          </a:xfrm>
        </p:grpSpPr>
        <p:pic>
          <p:nvPicPr>
            <p:cNvPr id="13" name="Picture 12">
              <a:extLst>
                <a:ext uri="{FF2B5EF4-FFF2-40B4-BE49-F238E27FC236}">
                  <a16:creationId xmlns:a16="http://schemas.microsoft.com/office/drawing/2014/main" id="{4B3B9A10-82E0-EFA5-22B5-E35481804CFE}"/>
                </a:ext>
              </a:extLst>
            </p:cNvPr>
            <p:cNvPicPr>
              <a:picLocks noChangeAspect="1"/>
            </p:cNvPicPr>
            <p:nvPr/>
          </p:nvPicPr>
          <p:blipFill>
            <a:blip r:embed="rId3"/>
            <a:stretch>
              <a:fillRect/>
            </a:stretch>
          </p:blipFill>
          <p:spPr>
            <a:xfrm>
              <a:off x="185924" y="3535980"/>
              <a:ext cx="10974332" cy="3086531"/>
            </a:xfrm>
            <a:prstGeom prst="rect">
              <a:avLst/>
            </a:prstGeom>
          </p:spPr>
        </p:pic>
        <p:pic>
          <p:nvPicPr>
            <p:cNvPr id="14" name="Picture 13">
              <a:extLst>
                <a:ext uri="{FF2B5EF4-FFF2-40B4-BE49-F238E27FC236}">
                  <a16:creationId xmlns:a16="http://schemas.microsoft.com/office/drawing/2014/main" id="{D7457937-E872-947C-6B3E-91AE2DD3FF6C}"/>
                </a:ext>
              </a:extLst>
            </p:cNvPr>
            <p:cNvPicPr>
              <a:picLocks noChangeAspect="1"/>
            </p:cNvPicPr>
            <p:nvPr/>
          </p:nvPicPr>
          <p:blipFill>
            <a:blip r:embed="rId4"/>
            <a:stretch>
              <a:fillRect/>
            </a:stretch>
          </p:blipFill>
          <p:spPr>
            <a:xfrm>
              <a:off x="185924" y="2484681"/>
              <a:ext cx="10983858" cy="1105054"/>
            </a:xfrm>
            <a:prstGeom prst="rect">
              <a:avLst/>
            </a:prstGeom>
          </p:spPr>
        </p:pic>
      </p:grpSp>
    </p:spTree>
    <p:extLst>
      <p:ext uri="{BB962C8B-B14F-4D97-AF65-F5344CB8AC3E}">
        <p14:creationId xmlns:p14="http://schemas.microsoft.com/office/powerpoint/2010/main" val="323520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943E8-4D4B-2EE4-624E-A7005E4C7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8ABF6-F323-F7A6-BB83-86D652465445}"/>
              </a:ext>
            </a:extLst>
          </p:cNvPr>
          <p:cNvSpPr>
            <a:spLocks noGrp="1"/>
          </p:cNvSpPr>
          <p:nvPr>
            <p:ph type="title"/>
          </p:nvPr>
        </p:nvSpPr>
        <p:spPr>
          <a:xfrm>
            <a:off x="230076" y="84724"/>
            <a:ext cx="11731847" cy="1540287"/>
          </a:xfrm>
        </p:spPr>
        <p:txBody>
          <a:bodyPr vert="horz" lIns="91440" tIns="45720" rIns="91440" bIns="45720" rtlCol="0" anchor="ctr">
            <a:normAutofit/>
          </a:bodyPr>
          <a:lstStyle/>
          <a:p>
            <a:r>
              <a:rPr lang="en-GB" dirty="0"/>
              <a:t>Key Insights</a:t>
            </a:r>
          </a:p>
        </p:txBody>
      </p:sp>
      <p:sp>
        <p:nvSpPr>
          <p:cNvPr id="8" name="TextBox 7">
            <a:extLst>
              <a:ext uri="{FF2B5EF4-FFF2-40B4-BE49-F238E27FC236}">
                <a16:creationId xmlns:a16="http://schemas.microsoft.com/office/drawing/2014/main" id="{BBD03F46-4A70-197A-9356-661DD0407541}"/>
              </a:ext>
            </a:extLst>
          </p:cNvPr>
          <p:cNvSpPr txBox="1"/>
          <p:nvPr/>
        </p:nvSpPr>
        <p:spPr>
          <a:xfrm>
            <a:off x="388621" y="1625011"/>
            <a:ext cx="11573302" cy="2862322"/>
          </a:xfrm>
          <a:prstGeom prst="rect">
            <a:avLst/>
          </a:prstGeom>
          <a:noFill/>
          <a:ln w="3175">
            <a:noFill/>
          </a:ln>
        </p:spPr>
        <p:txBody>
          <a:bodyPr wrap="square" lIns="91440" tIns="45720" rIns="91440" bIns="45720" rtlCol="0" anchor="t">
            <a:spAutoFit/>
          </a:bodyPr>
          <a:lstStyle>
            <a:defPPr>
              <a:defRPr kern="0"/>
            </a:defPPr>
            <a:lvl1pPr algn="l">
              <a:defRPr b="1">
                <a:solidFill>
                  <a:schemeClr val="tx1"/>
                </a:solidFill>
              </a:defRPr>
            </a:lvl1pPr>
          </a:lstStyle>
          <a:p>
            <a:pPr marL="285750" lvl="0" indent="-285750">
              <a:buFont typeface="Arial" panose="020B0604020202020204" pitchFamily="34" charset="0"/>
              <a:buChar char="•"/>
            </a:pPr>
            <a:r>
              <a:rPr lang="en-GB" b="0" dirty="0"/>
              <a:t>Small but highly complex and vulnerable cohort.</a:t>
            </a:r>
          </a:p>
          <a:p>
            <a:pPr marL="285750" lvl="0" indent="-285750">
              <a:buFont typeface="Arial" panose="020B0604020202020204" pitchFamily="34" charset="0"/>
              <a:buChar char="•"/>
            </a:pPr>
            <a:endParaRPr lang="en-GB" b="0" dirty="0"/>
          </a:p>
          <a:p>
            <a:pPr marL="285750" lvl="0" indent="-285750">
              <a:buFont typeface="Arial" panose="020B0604020202020204" pitchFamily="34" charset="0"/>
              <a:buChar char="•"/>
            </a:pPr>
            <a:r>
              <a:rPr lang="en-GB" b="0" dirty="0"/>
              <a:t>Higher use of Urgent care and primary care services.</a:t>
            </a:r>
          </a:p>
          <a:p>
            <a:pPr marL="285750" lvl="0" indent="-285750">
              <a:buFont typeface="Arial" panose="020B0604020202020204" pitchFamily="34" charset="0"/>
              <a:buChar char="•"/>
            </a:pPr>
            <a:endParaRPr lang="en-GB" b="0" dirty="0"/>
          </a:p>
          <a:p>
            <a:pPr marL="285750" lvl="0" indent="-285750">
              <a:buFont typeface="Arial" panose="020B0604020202020204" pitchFamily="34" charset="0"/>
              <a:buChar char="•"/>
            </a:pPr>
            <a:r>
              <a:rPr lang="en-GB" b="0" dirty="0"/>
              <a:t>High mental health and substance use needs, with large proportion having escalating needs or falling through the gaps (as at Apr 2024 prior to MINT teams).</a:t>
            </a:r>
          </a:p>
          <a:p>
            <a:pPr marL="285750" lvl="0" indent="-285750">
              <a:buFont typeface="Arial" panose="020B0604020202020204" pitchFamily="34" charset="0"/>
              <a:buChar char="•"/>
            </a:pPr>
            <a:endParaRPr lang="en-GB" b="0" dirty="0"/>
          </a:p>
          <a:p>
            <a:pPr marL="285750" lvl="0" indent="-285750">
              <a:buFont typeface="Arial" panose="020B0604020202020204" pitchFamily="34" charset="0"/>
              <a:buChar char="•"/>
            </a:pPr>
            <a:r>
              <a:rPr lang="en-GB" b="0" dirty="0"/>
              <a:t>Significant prescription volume and associated costs.</a:t>
            </a:r>
          </a:p>
          <a:p>
            <a:pPr marL="285750" lvl="0" indent="-285750">
              <a:buFont typeface="Arial" panose="020B0604020202020204" pitchFamily="34" charset="0"/>
              <a:buChar char="•"/>
            </a:pPr>
            <a:endParaRPr lang="en-GB" b="0" dirty="0"/>
          </a:p>
          <a:p>
            <a:pPr marL="285750" indent="-285750">
              <a:buFont typeface="Arial" panose="020B0604020202020204" pitchFamily="34" charset="0"/>
              <a:buChar char="•"/>
            </a:pPr>
            <a:r>
              <a:rPr lang="en-GB" b="0" dirty="0"/>
              <a:t>Key links to social deprivation, homelessness, and other vulnerabilities</a:t>
            </a:r>
          </a:p>
        </p:txBody>
      </p:sp>
    </p:spTree>
    <p:extLst>
      <p:ext uri="{BB962C8B-B14F-4D97-AF65-F5344CB8AC3E}">
        <p14:creationId xmlns:p14="http://schemas.microsoft.com/office/powerpoint/2010/main" val="3695985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9770A0-F40B-259D-358E-6FBFC14EAAD9}"/>
              </a:ext>
            </a:extLst>
          </p:cNvPr>
          <p:cNvSpPr>
            <a:spLocks noGrp="1"/>
          </p:cNvSpPr>
          <p:nvPr>
            <p:ph type="body" sz="quarter" idx="10"/>
          </p:nvPr>
        </p:nvSpPr>
        <p:spPr>
          <a:xfrm>
            <a:off x="749578" y="4280571"/>
            <a:ext cx="5327709" cy="1370215"/>
          </a:xfrm>
        </p:spPr>
        <p:txBody>
          <a:bodyPr>
            <a:normAutofit/>
          </a:bodyPr>
          <a:lstStyle/>
          <a:p>
            <a:r>
              <a:rPr lang="en-US" sz="1800" dirty="0"/>
              <a:t>Contact:</a:t>
            </a:r>
          </a:p>
          <a:p>
            <a:endParaRPr lang="en-US" sz="1800" dirty="0"/>
          </a:p>
          <a:p>
            <a:r>
              <a:rPr lang="en-US" sz="1800" b="0" dirty="0"/>
              <a:t>PHM &amp; Insights Team</a:t>
            </a:r>
          </a:p>
          <a:p>
            <a:r>
              <a:rPr lang="en-US" sz="1800" dirty="0"/>
              <a:t>bnssg.phm@nhs.net</a:t>
            </a:r>
          </a:p>
        </p:txBody>
      </p:sp>
    </p:spTree>
    <p:extLst>
      <p:ext uri="{BB962C8B-B14F-4D97-AF65-F5344CB8AC3E}">
        <p14:creationId xmlns:p14="http://schemas.microsoft.com/office/powerpoint/2010/main" val="2467175703"/>
      </p:ext>
    </p:extLst>
  </p:cSld>
  <p:clrMapOvr>
    <a:masterClrMapping/>
  </p:clrMapOvr>
</p:sld>
</file>

<file path=ppt/theme/theme1.xml><?xml version="1.0" encoding="utf-8"?>
<a:theme xmlns:a="http://schemas.openxmlformats.org/drawingml/2006/main" name="Title Slides">
  <a:themeElements>
    <a:clrScheme name="Healthier Together blues">
      <a:dk1>
        <a:srgbClr val="1C1F63"/>
      </a:dk1>
      <a:lt1>
        <a:sysClr val="window" lastClr="FFFFFF"/>
      </a:lt1>
      <a:dk2>
        <a:srgbClr val="44546A"/>
      </a:dk2>
      <a:lt2>
        <a:srgbClr val="E7E6E6"/>
      </a:lt2>
      <a:accent1>
        <a:srgbClr val="1C1F63"/>
      </a:accent1>
      <a:accent2>
        <a:srgbClr val="4B51CC"/>
      </a:accent2>
      <a:accent3>
        <a:srgbClr val="878BDD"/>
      </a:accent3>
      <a:accent4>
        <a:srgbClr val="C3C5EE"/>
      </a:accent4>
      <a:accent5>
        <a:srgbClr val="7F7F7F"/>
      </a:accent5>
      <a:accent6>
        <a:srgbClr val="BFBFBF"/>
      </a:accent6>
      <a:hlink>
        <a:srgbClr val="075EDB"/>
      </a:hlink>
      <a:folHlink>
        <a:srgbClr val="8605E4"/>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End Slide">
  <a:themeElements>
    <a:clrScheme name="NHS">
      <a:dk1>
        <a:srgbClr val="1C1F62"/>
      </a:dk1>
      <a:lt1>
        <a:srgbClr val="FFFFFF"/>
      </a:lt1>
      <a:dk2>
        <a:srgbClr val="1C1F62"/>
      </a:dk2>
      <a:lt2>
        <a:srgbClr val="FFFAED"/>
      </a:lt2>
      <a:accent1>
        <a:srgbClr val="E06CFF"/>
      </a:accent1>
      <a:accent2>
        <a:srgbClr val="BEFE45"/>
      </a:accent2>
      <a:accent3>
        <a:srgbClr val="0DCFFA"/>
      </a:accent3>
      <a:accent4>
        <a:srgbClr val="8504E3"/>
      </a:accent4>
      <a:accent5>
        <a:srgbClr val="00AD5F"/>
      </a:accent5>
      <a:accent6>
        <a:srgbClr val="045EDA"/>
      </a:accent6>
      <a:hlink>
        <a:srgbClr val="1C1F62"/>
      </a:hlink>
      <a:folHlink>
        <a:srgbClr val="1C1F6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ection Slides">
  <a:themeElements>
    <a:clrScheme name="Healthier Together with ICB document">
      <a:dk1>
        <a:srgbClr val="1C1F63"/>
      </a:dk1>
      <a:lt1>
        <a:sysClr val="window" lastClr="FFFFFF"/>
      </a:lt1>
      <a:dk2>
        <a:srgbClr val="44546A"/>
      </a:dk2>
      <a:lt2>
        <a:srgbClr val="E7E6E6"/>
      </a:lt2>
      <a:accent1>
        <a:srgbClr val="1C1F63"/>
      </a:accent1>
      <a:accent2>
        <a:srgbClr val="075EDB"/>
      </a:accent2>
      <a:accent3>
        <a:srgbClr val="1C1F63"/>
      </a:accent3>
      <a:accent4>
        <a:srgbClr val="075EDB"/>
      </a:accent4>
      <a:accent5>
        <a:srgbClr val="1C1F63"/>
      </a:accent5>
      <a:accent6>
        <a:srgbClr val="075EDB"/>
      </a:accent6>
      <a:hlink>
        <a:srgbClr val="075EDB"/>
      </a:hlink>
      <a:folHlink>
        <a:srgbClr val="8605E4"/>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Body Slides">
  <a:themeElements>
    <a:clrScheme name="Healthier Together blues">
      <a:dk1>
        <a:srgbClr val="1C1F63"/>
      </a:dk1>
      <a:lt1>
        <a:sysClr val="window" lastClr="FFFFFF"/>
      </a:lt1>
      <a:dk2>
        <a:srgbClr val="44546A"/>
      </a:dk2>
      <a:lt2>
        <a:srgbClr val="E7E6E6"/>
      </a:lt2>
      <a:accent1>
        <a:srgbClr val="1C1F63"/>
      </a:accent1>
      <a:accent2>
        <a:srgbClr val="4B51CC"/>
      </a:accent2>
      <a:accent3>
        <a:srgbClr val="878BDD"/>
      </a:accent3>
      <a:accent4>
        <a:srgbClr val="C3C5EE"/>
      </a:accent4>
      <a:accent5>
        <a:srgbClr val="7F7F7F"/>
      </a:accent5>
      <a:accent6>
        <a:srgbClr val="BFBFBF"/>
      </a:accent6>
      <a:hlink>
        <a:srgbClr val="075EDB"/>
      </a:hlink>
      <a:folHlink>
        <a:srgbClr val="8605E4"/>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dirty="0" smtClean="0">
            <a:solidFill>
              <a:schemeClr val="tx1"/>
            </a:solidFill>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5315D8BC7D78458C647EB7A2414B2E" ma:contentTypeVersion="15" ma:contentTypeDescription="Create a new document." ma:contentTypeScope="" ma:versionID="2a49b57a2703cde29ead70794d07aed4">
  <xsd:schema xmlns:xsd="http://www.w3.org/2001/XMLSchema" xmlns:xs="http://www.w3.org/2001/XMLSchema" xmlns:p="http://schemas.microsoft.com/office/2006/metadata/properties" xmlns:ns1="http://schemas.microsoft.com/sharepoint/v3" xmlns:ns2="7de4587a-f391-4d89-a9e7-a8b186aaeaa5" xmlns:ns3="5114d3a8-c2ed-46d5-96cc-a7e5366eb0e2" targetNamespace="http://schemas.microsoft.com/office/2006/metadata/properties" ma:root="true" ma:fieldsID="64f90fef8483ea5476cfafe4562e9faf" ns1:_="" ns2:_="" ns3:_="">
    <xsd:import namespace="http://schemas.microsoft.com/sharepoint/v3"/>
    <xsd:import namespace="7de4587a-f391-4d89-a9e7-a8b186aaeaa5"/>
    <xsd:import namespace="5114d3a8-c2ed-46d5-96cc-a7e5366eb0e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de4587a-f391-4d89-a9e7-a8b186aaea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c8d5fda-b97d-42c6-97e2-f76465e161c0"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114d3a8-c2ed-46d5-96cc-a7e5366eb0e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68a0078-ed64-4450-874d-d7ed28e791f3}" ma:internalName="TaxCatchAll" ma:showField="CatchAllData" ma:web="5114d3a8-c2ed-46d5-96cc-a7e5366eb0e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de4587a-f391-4d89-a9e7-a8b186aaeaa5">
      <Terms xmlns="http://schemas.microsoft.com/office/infopath/2007/PartnerControls"/>
    </lcf76f155ced4ddcb4097134ff3c332f>
    <TaxCatchAll xmlns="5114d3a8-c2ed-46d5-96cc-a7e5366eb0e2"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7C7DC665-F16E-4870-B46E-20D17210BAC8}">
  <ds:schemaRefs>
    <ds:schemaRef ds:uri="5114d3a8-c2ed-46d5-96cc-a7e5366eb0e2"/>
    <ds:schemaRef ds:uri="7de4587a-f391-4d89-a9e7-a8b186aaea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B5B47CC-B35C-4B2B-96E5-ADE35E9132A6}">
  <ds:schemaRefs>
    <ds:schemaRef ds:uri="http://schemas.microsoft.com/sharepoint/v3/contenttype/forms"/>
  </ds:schemaRefs>
</ds:datastoreItem>
</file>

<file path=customXml/itemProps3.xml><?xml version="1.0" encoding="utf-8"?>
<ds:datastoreItem xmlns:ds="http://schemas.openxmlformats.org/officeDocument/2006/customXml" ds:itemID="{4A3BB7FB-BD89-47DF-9FB1-3F904DBEB2A1}">
  <ds:schemaRefs>
    <ds:schemaRef ds:uri="http://www.w3.org/XML/1998/namespace"/>
    <ds:schemaRef ds:uri="http://purl.org/dc/dcmitype/"/>
    <ds:schemaRef ds:uri="http://purl.org/dc/terms/"/>
    <ds:schemaRef ds:uri="http://schemas.microsoft.com/sharepoint/v3"/>
    <ds:schemaRef ds:uri="5114d3a8-c2ed-46d5-96cc-a7e5366eb0e2"/>
    <ds:schemaRef ds:uri="http://schemas.microsoft.com/office/2006/documentManagement/types"/>
    <ds:schemaRef ds:uri="7de4587a-f391-4d89-a9e7-a8b186aaeaa5"/>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docMetadata/LabelInfo.xml><?xml version="1.0" encoding="utf-8"?>
<clbl:labelList xmlns:clbl="http://schemas.microsoft.com/office/2020/mipLabelMetadata">
  <clbl:label id="{37c354b2-85b0-47f5-b222-07b48d774ee3}" enabled="0" method="" siteId="{37c354b2-85b0-47f5-b222-07b48d774ee3}" removed="1"/>
</clbl:labelList>
</file>

<file path=docProps/app.xml><?xml version="1.0" encoding="utf-8"?>
<Properties xmlns="http://schemas.openxmlformats.org/officeDocument/2006/extended-properties" xmlns:vt="http://schemas.openxmlformats.org/officeDocument/2006/docPropsVTypes">
  <Template/>
  <TotalTime>321</TotalTime>
  <Words>426</Words>
  <Application>Microsoft Office PowerPoint</Application>
  <PresentationFormat>Widescreen</PresentationFormat>
  <Paragraphs>72</Paragraphs>
  <Slides>17</Slides>
  <Notes>16</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17</vt:i4>
      </vt:variant>
    </vt:vector>
  </HeadingPairs>
  <TitlesOfParts>
    <vt:vector size="24" baseType="lpstr">
      <vt:lpstr>Aptos</vt:lpstr>
      <vt:lpstr>Arial</vt:lpstr>
      <vt:lpstr>Calibri</vt:lpstr>
      <vt:lpstr>Title Slides</vt:lpstr>
      <vt:lpstr>End Slide</vt:lpstr>
      <vt:lpstr>Section Slides</vt:lpstr>
      <vt:lpstr>Body Slides</vt:lpstr>
      <vt:lpstr>LSOA Neighbourhood Clustering</vt:lpstr>
      <vt:lpstr>Introduction</vt:lpstr>
      <vt:lpstr>Methodology</vt:lpstr>
      <vt:lpstr>Inner City &amp; East Clusters</vt:lpstr>
      <vt:lpstr>South Bristol Cluster Summary</vt:lpstr>
      <vt:lpstr>South Bristol Clusters</vt:lpstr>
      <vt:lpstr>South Bristol Cluster Summary</vt:lpstr>
      <vt:lpstr>North &amp; West Bristol Clusters</vt:lpstr>
      <vt:lpstr>North &amp; West Bristol Cluster Summary</vt:lpstr>
      <vt:lpstr>Woodspring Clusters</vt:lpstr>
      <vt:lpstr>Woodspring Cluster Summary</vt:lpstr>
      <vt:lpstr>Weston Worle &amp; Villages Clusters</vt:lpstr>
      <vt:lpstr>Weston Worle &amp; Villages Cluster Summary</vt:lpstr>
      <vt:lpstr>South Gloucestershire Clusters</vt:lpstr>
      <vt:lpstr>South Gloucestershire Cluster Summary</vt:lpstr>
      <vt:lpstr>Key Insights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the title of the presentation</dc:title>
  <dc:creator>Team Yoke</dc:creator>
  <cp:lastModifiedBy>SUMMERELL, Anne (NHS BRISTOL, NORTH SOMERSET AND SOUTH GLOUCESTERSHIRE ICB - 15C)</cp:lastModifiedBy>
  <cp:revision>2</cp:revision>
  <dcterms:created xsi:type="dcterms:W3CDTF">2024-04-10T09:25:02Z</dcterms:created>
  <dcterms:modified xsi:type="dcterms:W3CDTF">2026-05-01T11:01:41Z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0x010100605315D8BC7D78458C647EB7A2414B2E</vt:lpwstr>
  </property>
</Properties>
</file>